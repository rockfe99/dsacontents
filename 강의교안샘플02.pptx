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38715-3BE8-9850-BC66-B12E182E8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446624-2CB1-BEBE-3086-23DB1E37D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187F41-2EA7-4F5F-74CE-BEF02A576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D9A444-F19A-F641-0D81-0819A4EE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C77441-5A42-1D70-D4E2-099173DD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819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7134B-1E44-BCA6-3422-D53B8396E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EB179C-BE71-BFA5-4166-8E458EA52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4CD5E7-70B9-C4E9-719E-94C96A0C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432AEB-1CB0-5660-80D4-CFB585438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057A89-4308-97B1-FF8C-BCF9B9C3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9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E1209-235A-EB49-1262-85069C4CC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5DC760-94DA-5CF1-31A6-EF9B66ECF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628ECA-97B7-4D31-64DD-BC970B0F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1746B1-5503-3049-FAF0-97D95D8C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46577C-8C45-F419-8230-9A61E9C6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17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876E6-D0DD-9ECA-C6C4-82439656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460CA-8CE9-B3C6-D573-85A2D97DA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D576F3-007A-D9DE-6F76-66A449996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D90CB7-D057-40C3-345A-1D7B309CB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E5B23B-5502-F66D-E242-8209C2D8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04AB41-0602-501C-3248-3AC5C253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87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ADCD-5379-E31B-8E89-EBD24825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C9A0CB-F4D9-DF1A-8376-B3158E09E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521900-B734-4929-45EE-DEF39B927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E45EC3-AD03-5143-50F1-ACB6AF6ED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25F25B-CFEE-1DCB-BAF7-154801DF3F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5E758D-524E-08ED-5FF7-13C22619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4DDFD8-EEAF-68B4-C2D9-A0CD7D2B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CEDF9-FA41-EE82-28B2-F8E7DB8BB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21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E018D-2CB8-61F3-1BC2-282745CD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306B26-8E50-3632-61B8-CE813F19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5C1772-37D7-21C2-EFC3-C519E2D5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FA0BC8-ED8C-A203-BF20-6E036B9DE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62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C5ACCC-E306-80E4-8731-C8CA0983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FF6954-17E9-8226-4F94-40F4CAB8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F12548-8544-F0EE-12E5-4673C864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44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82B22-A9C1-DBD4-BC4E-53AE5437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D4B61-3DF0-FD44-21A5-C83DBCC10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1D4920-721F-DA00-0042-3A4C35505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BC140D-DCE5-C2AB-41A4-7216922A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516B8-2B70-AA9A-BF4A-A1FF8B65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E95F5F-B6CE-1B21-2EF9-A9F7C453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61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DC37C-BCD9-B573-EEDA-B6C21FD5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D4C6C9-F5B0-F397-CB98-C336DFD9AB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7F8F25-4928-85DC-437C-4422ECFA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9AC0BD-9DCB-2A4E-A24D-7248AE26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5C7559-5497-DA5C-138C-AC76C7A08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5F421D-2B07-83C6-1E5F-4A241151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80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002A5-15EB-B13B-2729-A4EF3C83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6D8C9F-89CD-E7A0-A82B-B00400763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2B351E-1386-A046-0707-BE956260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3F6B52-A7EC-EDC9-C27C-ADC22419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B4D79-2664-0734-0048-EC0C3F40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71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341E1C-C778-45D9-B5EF-ADA5406BE1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BF0A9B-4BA4-CAF4-0A69-BD669DAD7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04958C-D19C-ACE1-83A9-66F12C665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2483B-961A-000D-438F-261C32E1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C242A-1544-6BCA-0C1C-AA148315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14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823A67-7948-931A-D12B-81D30F16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6FB981-64D3-A171-E537-97DB8C836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F1243F-8F2E-D97A-F636-FAA3E8D6D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DDA74-0063-4FFF-8DF0-73D05CDF2EEB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58310-855F-5B3B-D52E-BE73AF6A8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96129-166D-04D3-DFBC-0B01AFEBD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0B790-BC47-47A2-8AAD-C82D4D0823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025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75A0D-093B-DD5B-2A6A-0D932C8D9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전체 제목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9B85C7-0DBC-F081-63EF-3977AFC742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부제목</a:t>
            </a:r>
          </a:p>
        </p:txBody>
      </p:sp>
    </p:spTree>
    <p:extLst>
      <p:ext uri="{BB962C8B-B14F-4D97-AF65-F5344CB8AC3E}">
        <p14:creationId xmlns:p14="http://schemas.microsoft.com/office/powerpoint/2010/main" val="274630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FB919-60C0-5052-AF72-7CC192AF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슬라이드 제목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AA6B5-C674-720B-3186-0E5F185D4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ㅇㅇㅇㅇㅇㅇㅇㅇㅇㅇㅇㅇㅇㅇㅇㅇㅇㅇ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07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E9ADA1-9505-BE91-E8AD-06A6D76538B1}"/>
              </a:ext>
            </a:extLst>
          </p:cNvPr>
          <p:cNvSpPr txBox="1"/>
          <p:nvPr/>
        </p:nvSpPr>
        <p:spPr>
          <a:xfrm>
            <a:off x="1114425" y="895350"/>
            <a:ext cx="669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제목아닌</a:t>
            </a:r>
            <a:r>
              <a:rPr lang="ko-KR" altLang="en-US" dirty="0"/>
              <a:t> 문자열</a:t>
            </a:r>
          </a:p>
        </p:txBody>
      </p:sp>
    </p:spTree>
    <p:extLst>
      <p:ext uri="{BB962C8B-B14F-4D97-AF65-F5344CB8AC3E}">
        <p14:creationId xmlns:p14="http://schemas.microsoft.com/office/powerpoint/2010/main" val="426974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7D06E-A7BB-5929-AF89-CB80CC20A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슬라이드 제목</a:t>
            </a:r>
            <a:r>
              <a:rPr lang="en-US" altLang="ko-KR" dirty="0"/>
              <a:t>222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4E44C8-DE54-EEF9-326E-ACEA440A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ㄴㄴㄴㄴㄴㄴㄴㄴㄴㄴㄴㄴㄴㄴ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408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252B-9636-8961-9D86-81AEBE56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B10F4-85D1-5688-A41A-9C376C777DA1}"/>
              </a:ext>
            </a:extLst>
          </p:cNvPr>
          <p:cNvSpPr txBox="1"/>
          <p:nvPr/>
        </p:nvSpPr>
        <p:spPr>
          <a:xfrm>
            <a:off x="1114425" y="895350"/>
            <a:ext cx="6696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제목아닌</a:t>
            </a:r>
            <a:r>
              <a:rPr lang="ko-KR" altLang="en-US" dirty="0"/>
              <a:t> 문자열</a:t>
            </a:r>
          </a:p>
        </p:txBody>
      </p:sp>
    </p:spTree>
    <p:extLst>
      <p:ext uri="{BB962C8B-B14F-4D97-AF65-F5344CB8AC3E}">
        <p14:creationId xmlns:p14="http://schemas.microsoft.com/office/powerpoint/2010/main" val="4270804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와이드스크린</PresentationFormat>
  <Paragraphs>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전체 제목</vt:lpstr>
      <vt:lpstr>슬라이드 제목</vt:lpstr>
      <vt:lpstr>PowerPoint 프레젠테이션</vt:lpstr>
      <vt:lpstr>슬라이드 제목222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Sooyoun Park</dc:creator>
  <cp:lastModifiedBy>Sooyoun Park</cp:lastModifiedBy>
  <cp:revision>1</cp:revision>
  <dcterms:created xsi:type="dcterms:W3CDTF">2026-07-28T05:09:28Z</dcterms:created>
  <dcterms:modified xsi:type="dcterms:W3CDTF">2026-07-28T05:11:19Z</dcterms:modified>
</cp:coreProperties>
</file>