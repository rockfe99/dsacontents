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Quattrocento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QuattrocentoSans-bold.fntdata"/><Relationship Id="rId12" Type="http://schemas.openxmlformats.org/officeDocument/2006/relationships/font" Target="fonts/Quattrocento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QuattrocentoSans-boldItalic.fntdata"/><Relationship Id="rId14" Type="http://schemas.openxmlformats.org/officeDocument/2006/relationships/font" Target="fonts/Quattrocento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1524000" y="1122363"/>
            <a:ext cx="9144000" cy="23876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accen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accent1"/>
              </a:buClr>
              <a:buSzPts val="3200"/>
              <a:buNone/>
              <a:defRPr b="0" sz="3200">
                <a:solidFill>
                  <a:schemeClr val="accen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2"/>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과 내용"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322729" y="365126"/>
            <a:ext cx="11494546" cy="73753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322729" y="1312433"/>
            <a:ext cx="11494546" cy="501844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vl1pPr>
            <a:lvl2pPr indent="-381000" lvl="1" marL="914400" algn="l">
              <a:lnSpc>
                <a:spcPct val="90000"/>
              </a:lnSpc>
              <a:spcBef>
                <a:spcPts val="500"/>
              </a:spcBef>
              <a:spcAft>
                <a:spcPts val="0"/>
              </a:spcAft>
              <a:buClr>
                <a:schemeClr val="dk1"/>
              </a:buClr>
              <a:buSzPts val="2400"/>
              <a:buChar char="•"/>
              <a:defRPr/>
            </a:lvl2pPr>
            <a:lvl3pPr indent="-355600" lvl="2" marL="1371600" algn="l">
              <a:lnSpc>
                <a:spcPct val="90000"/>
              </a:lnSpc>
              <a:spcBef>
                <a:spcPts val="500"/>
              </a:spcBef>
              <a:spcAft>
                <a:spcPts val="0"/>
              </a:spcAft>
              <a:buClr>
                <a:schemeClr val="dk1"/>
              </a:buClr>
              <a:buSzPts val="20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2" type="secHead">
  <p:cSld name="SECTION_HEADER">
    <p:spTree>
      <p:nvGrpSpPr>
        <p:cNvPr id="28" name="Shape 28"/>
        <p:cNvGrpSpPr/>
        <p:nvPr/>
      </p:nvGrpSpPr>
      <p:grpSpPr>
        <a:xfrm>
          <a:off x="0" y="0"/>
          <a:ext cx="0" cy="0"/>
          <a:chOff x="0" y="0"/>
          <a:chExt cx="0" cy="0"/>
        </a:xfrm>
      </p:grpSpPr>
      <p:sp>
        <p:nvSpPr>
          <p:cNvPr id="29" name="Google Shape;29;p4"/>
          <p:cNvSpPr txBox="1"/>
          <p:nvPr>
            <p:ph type="title"/>
          </p:nvPr>
        </p:nvSpPr>
        <p:spPr>
          <a:xfrm>
            <a:off x="831850" y="1709738"/>
            <a:ext cx="10515600" cy="28527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4"/>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34" name="Shape 34"/>
        <p:cNvGrpSpPr/>
        <p:nvPr/>
      </p:nvGrpSpPr>
      <p:grpSpPr>
        <a:xfrm>
          <a:off x="0" y="0"/>
          <a:ext cx="0" cy="0"/>
          <a:chOff x="0" y="0"/>
          <a:chExt cx="0" cy="0"/>
        </a:xfrm>
      </p:grpSpPr>
      <p:sp>
        <p:nvSpPr>
          <p:cNvPr id="35" name="Google Shape;35;p5"/>
          <p:cNvSpPr txBox="1"/>
          <p:nvPr>
            <p:ph type="title"/>
          </p:nvPr>
        </p:nvSpPr>
        <p:spPr>
          <a:xfrm>
            <a:off x="322729" y="365126"/>
            <a:ext cx="11494546" cy="73753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공백" type="blank">
  <p:cSld name="BLANK">
    <p:spTree>
      <p:nvGrpSpPr>
        <p:cNvPr id="39" name="Shape 39"/>
        <p:cNvGrpSpPr/>
        <p:nvPr/>
      </p:nvGrpSpPr>
      <p:grpSpPr>
        <a:xfrm>
          <a:off x="0" y="0"/>
          <a:ext cx="0" cy="0"/>
          <a:chOff x="0" y="0"/>
          <a:chExt cx="0" cy="0"/>
        </a:xfrm>
      </p:grpSpPr>
      <p:sp>
        <p:nvSpPr>
          <p:cNvPr id="40" name="Google Shape;40;p6"/>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열 내용" type="twoObj">
  <p:cSld name="TWO_OBJECTS">
    <p:spTree>
      <p:nvGrpSpPr>
        <p:cNvPr id="43" name="Shape 43"/>
        <p:cNvGrpSpPr/>
        <p:nvPr/>
      </p:nvGrpSpPr>
      <p:grpSpPr>
        <a:xfrm>
          <a:off x="0" y="0"/>
          <a:ext cx="0" cy="0"/>
          <a:chOff x="0" y="0"/>
          <a:chExt cx="0" cy="0"/>
        </a:xfrm>
      </p:grpSpPr>
      <p:sp>
        <p:nvSpPr>
          <p:cNvPr id="44" name="Google Shape;44;p7"/>
          <p:cNvSpPr txBox="1"/>
          <p:nvPr>
            <p:ph type="title"/>
          </p:nvPr>
        </p:nvSpPr>
        <p:spPr>
          <a:xfrm>
            <a:off x="322729" y="365126"/>
            <a:ext cx="11494546" cy="73753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vl1pPr>
            <a:lvl2pPr indent="-381000" lvl="1" marL="914400" algn="l">
              <a:lnSpc>
                <a:spcPct val="90000"/>
              </a:lnSpc>
              <a:spcBef>
                <a:spcPts val="500"/>
              </a:spcBef>
              <a:spcAft>
                <a:spcPts val="0"/>
              </a:spcAft>
              <a:buClr>
                <a:schemeClr val="dk1"/>
              </a:buClr>
              <a:buSzPts val="2400"/>
              <a:buChar char="•"/>
              <a:defRPr/>
            </a:lvl2pPr>
            <a:lvl3pPr indent="-355600" lvl="2" marL="1371600" algn="l">
              <a:lnSpc>
                <a:spcPct val="90000"/>
              </a:lnSpc>
              <a:spcBef>
                <a:spcPts val="500"/>
              </a:spcBef>
              <a:spcAft>
                <a:spcPts val="0"/>
              </a:spcAft>
              <a:buClr>
                <a:schemeClr val="dk1"/>
              </a:buClr>
              <a:buSzPts val="20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vl1pPr>
            <a:lvl2pPr indent="-381000" lvl="1" marL="914400" algn="l">
              <a:lnSpc>
                <a:spcPct val="90000"/>
              </a:lnSpc>
              <a:spcBef>
                <a:spcPts val="500"/>
              </a:spcBef>
              <a:spcAft>
                <a:spcPts val="0"/>
              </a:spcAft>
              <a:buClr>
                <a:schemeClr val="dk1"/>
              </a:buClr>
              <a:buSzPts val="2400"/>
              <a:buChar char="•"/>
              <a:defRPr/>
            </a:lvl2pPr>
            <a:lvl3pPr indent="-355600" lvl="2" marL="1371600" algn="l">
              <a:lnSpc>
                <a:spcPct val="90000"/>
              </a:lnSpc>
              <a:spcBef>
                <a:spcPts val="500"/>
              </a:spcBef>
              <a:spcAft>
                <a:spcPts val="0"/>
              </a:spcAft>
              <a:buClr>
                <a:schemeClr val="dk1"/>
              </a:buClr>
              <a:buSzPts val="20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열 제목" type="twoTxTwoObj">
  <p:cSld name="TWO_OBJECTS_WITH_TEXT">
    <p:spTree>
      <p:nvGrpSpPr>
        <p:cNvPr id="50" name="Shape 50"/>
        <p:cNvGrpSpPr/>
        <p:nvPr/>
      </p:nvGrpSpPr>
      <p:grpSpPr>
        <a:xfrm>
          <a:off x="0" y="0"/>
          <a:ext cx="0" cy="0"/>
          <a:chOff x="0" y="0"/>
          <a:chExt cx="0" cy="0"/>
        </a:xfrm>
      </p:grpSpPr>
      <p:sp>
        <p:nvSpPr>
          <p:cNvPr id="51" name="Google Shape;51;p8"/>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 type="body"/>
          </p:nvPr>
        </p:nvSpPr>
        <p:spPr>
          <a:xfrm>
            <a:off x="839788" y="1681163"/>
            <a:ext cx="5157787" cy="823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vl1pPr>
            <a:lvl2pPr indent="-381000" lvl="1" marL="914400" algn="l">
              <a:lnSpc>
                <a:spcPct val="90000"/>
              </a:lnSpc>
              <a:spcBef>
                <a:spcPts val="500"/>
              </a:spcBef>
              <a:spcAft>
                <a:spcPts val="0"/>
              </a:spcAft>
              <a:buClr>
                <a:schemeClr val="dk1"/>
              </a:buClr>
              <a:buSzPts val="2400"/>
              <a:buChar char="•"/>
              <a:defRPr/>
            </a:lvl2pPr>
            <a:lvl3pPr indent="-355600" lvl="2" marL="1371600" algn="l">
              <a:lnSpc>
                <a:spcPct val="90000"/>
              </a:lnSpc>
              <a:spcBef>
                <a:spcPts val="500"/>
              </a:spcBef>
              <a:spcAft>
                <a:spcPts val="0"/>
              </a:spcAft>
              <a:buClr>
                <a:schemeClr val="dk1"/>
              </a:buClr>
              <a:buSzPts val="20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8"/>
          <p:cNvSpPr txBox="1"/>
          <p:nvPr>
            <p:ph idx="3" type="body"/>
          </p:nvPr>
        </p:nvSpPr>
        <p:spPr>
          <a:xfrm>
            <a:off x="6172200" y="1681163"/>
            <a:ext cx="5183188" cy="823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vl1pPr>
            <a:lvl2pPr indent="-381000" lvl="1" marL="914400" algn="l">
              <a:lnSpc>
                <a:spcPct val="90000"/>
              </a:lnSpc>
              <a:spcBef>
                <a:spcPts val="500"/>
              </a:spcBef>
              <a:spcAft>
                <a:spcPts val="0"/>
              </a:spcAft>
              <a:buClr>
                <a:schemeClr val="dk1"/>
              </a:buClr>
              <a:buSzPts val="2400"/>
              <a:buChar char="•"/>
              <a:defRPr/>
            </a:lvl2pPr>
            <a:lvl3pPr indent="-355600" lvl="2" marL="1371600" algn="l">
              <a:lnSpc>
                <a:spcPct val="90000"/>
              </a:lnSpc>
              <a:spcBef>
                <a:spcPts val="500"/>
              </a:spcBef>
              <a:spcAft>
                <a:spcPts val="0"/>
              </a:spcAft>
              <a:buClr>
                <a:schemeClr val="dk1"/>
              </a:buClr>
              <a:buSzPts val="20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8"/>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내용과 제목" type="objTx">
  <p:cSld name="OBJECT_WITH_CAPTION_TEXT">
    <p:spTree>
      <p:nvGrpSpPr>
        <p:cNvPr id="59" name="Shape 59"/>
        <p:cNvGrpSpPr/>
        <p:nvPr/>
      </p:nvGrpSpPr>
      <p:grpSpPr>
        <a:xfrm>
          <a:off x="0" y="0"/>
          <a:ext cx="0" cy="0"/>
          <a:chOff x="0" y="0"/>
          <a:chExt cx="0" cy="0"/>
        </a:xfrm>
      </p:grpSpPr>
      <p:sp>
        <p:nvSpPr>
          <p:cNvPr id="60" name="Google Shape;60;p9"/>
          <p:cNvSpPr txBox="1"/>
          <p:nvPr>
            <p:ph type="title"/>
          </p:nvPr>
        </p:nvSpPr>
        <p:spPr>
          <a:xfrm>
            <a:off x="839788" y="457200"/>
            <a:ext cx="3932237" cy="1600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9"/>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그림과 제목" type="picTx">
  <p:cSld name="PICTURE_WITH_CAPTION_TEXT">
    <p:spTree>
      <p:nvGrpSpPr>
        <p:cNvPr id="66" name="Shape 66"/>
        <p:cNvGrpSpPr/>
        <p:nvPr/>
      </p:nvGrpSpPr>
      <p:grpSpPr>
        <a:xfrm>
          <a:off x="0" y="0"/>
          <a:ext cx="0" cy="0"/>
          <a:chOff x="0" y="0"/>
          <a:chExt cx="0" cy="0"/>
        </a:xfrm>
      </p:grpSpPr>
      <p:sp>
        <p:nvSpPr>
          <p:cNvPr id="67" name="Google Shape;67;p10"/>
          <p:cNvSpPr txBox="1"/>
          <p:nvPr>
            <p:ph type="title"/>
          </p:nvPr>
        </p:nvSpPr>
        <p:spPr>
          <a:xfrm>
            <a:off x="839788" y="457200"/>
            <a:ext cx="3932237" cy="1600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0"/>
          <p:cNvSpPr/>
          <p:nvPr>
            <p:ph idx="2" type="pic"/>
          </p:nvPr>
        </p:nvSpPr>
        <p:spPr>
          <a:xfrm>
            <a:off x="5183188" y="987425"/>
            <a:ext cx="6172200" cy="4873625"/>
          </a:xfrm>
          <a:prstGeom prst="rect">
            <a:avLst/>
          </a:prstGeom>
          <a:noFill/>
          <a:ln>
            <a:noFill/>
          </a:ln>
        </p:spPr>
      </p:sp>
      <p:sp>
        <p:nvSpPr>
          <p:cNvPr id="69" name="Google Shape;69;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0"/>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22729" y="365126"/>
            <a:ext cx="11494546" cy="737534"/>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1"/>
              </a:buClr>
              <a:buSzPts val="4400"/>
              <a:buFont typeface="Arial"/>
              <a:buNone/>
              <a:defRPr b="1" i="0" sz="4400" u="none" cap="none" strike="noStrik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322729" y="1312433"/>
            <a:ext cx="11494546" cy="501844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426277"/>
            <a:ext cx="2743200" cy="365125"/>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426277"/>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
            <a:alphaModFix/>
          </a:blip>
          <a:srcRect b="0" l="0" r="0" t="0"/>
          <a:stretch/>
        </p:blipFill>
        <p:spPr>
          <a:xfrm>
            <a:off x="112643" y="6577090"/>
            <a:ext cx="1252537" cy="21431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1"/>
          <p:cNvPicPr preferRelativeResize="0"/>
          <p:nvPr/>
        </p:nvPicPr>
        <p:blipFill rotWithShape="1">
          <a:blip r:embed="rId3">
            <a:alphaModFix/>
          </a:blip>
          <a:srcRect b="10000" l="0" r="0" t="0"/>
          <a:stretch/>
        </p:blipFill>
        <p:spPr>
          <a:xfrm>
            <a:off x="0" y="1"/>
            <a:ext cx="12192000" cy="6858000"/>
          </a:xfrm>
          <a:prstGeom prst="rect">
            <a:avLst/>
          </a:prstGeom>
          <a:noFill/>
          <a:ln>
            <a:noFill/>
          </a:ln>
        </p:spPr>
      </p:pic>
      <p:sp>
        <p:nvSpPr>
          <p:cNvPr id="78" name="Google Shape;78;p11"/>
          <p:cNvSpPr/>
          <p:nvPr/>
        </p:nvSpPr>
        <p:spPr>
          <a:xfrm>
            <a:off x="10136099" y="5544038"/>
            <a:ext cx="1791091" cy="432000"/>
          </a:xfrm>
          <a:prstGeom prst="rect">
            <a:avLst/>
          </a:prstGeom>
          <a:solidFill>
            <a:srgbClr val="3786BB"/>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2026.00.00</a:t>
            </a:r>
            <a:endParaRPr b="1" i="0" sz="1600" u="none" cap="none" strike="noStrike">
              <a:solidFill>
                <a:srgbClr val="FFFFFF"/>
              </a:solidFill>
              <a:latin typeface="Arial"/>
              <a:ea typeface="Arial"/>
              <a:cs typeface="Arial"/>
              <a:sym typeface="Arial"/>
            </a:endParaRPr>
          </a:p>
        </p:txBody>
      </p:sp>
      <p:sp>
        <p:nvSpPr>
          <p:cNvPr id="79" name="Google Shape;79;p11"/>
          <p:cNvSpPr txBox="1"/>
          <p:nvPr>
            <p:ph type="ctrTitle"/>
          </p:nvPr>
        </p:nvSpPr>
        <p:spPr>
          <a:xfrm>
            <a:off x="4790660" y="1898373"/>
            <a:ext cx="6901553" cy="109935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6000"/>
              <a:buFont typeface="Arial"/>
              <a:buNone/>
            </a:pPr>
            <a:r>
              <a:rPr lang="en-US"/>
              <a:t>강의교안 제목</a:t>
            </a:r>
            <a:endParaRPr/>
          </a:p>
        </p:txBody>
      </p:sp>
      <p:sp>
        <p:nvSpPr>
          <p:cNvPr id="80" name="Google Shape;80;p11"/>
          <p:cNvSpPr txBox="1"/>
          <p:nvPr>
            <p:ph idx="1" type="subTitle"/>
          </p:nvPr>
        </p:nvSpPr>
        <p:spPr>
          <a:xfrm>
            <a:off x="4790659" y="3152507"/>
            <a:ext cx="6929557" cy="852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accent1"/>
              </a:buClr>
              <a:buSzPct val="100000"/>
              <a:buNone/>
            </a:pPr>
            <a:r>
              <a:rPr lang="en-US"/>
              <a:t>반드시 파워포인트의 “</a:t>
            </a:r>
            <a:r>
              <a:rPr lang="en-US">
                <a:latin typeface="Arial"/>
                <a:ea typeface="Arial"/>
                <a:cs typeface="Arial"/>
                <a:sym typeface="Arial"/>
              </a:rPr>
              <a:t>제목</a:t>
            </a:r>
            <a:r>
              <a:rPr lang="en-US"/>
              <a:t>” 입력란을 사용해서 각 슬라이드의 제목을 입력하세요.</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cxnSp>
        <p:nvCxnSpPr>
          <p:cNvPr id="85" name="Google Shape;85;p12"/>
          <p:cNvCxnSpPr/>
          <p:nvPr/>
        </p:nvCxnSpPr>
        <p:spPr>
          <a:xfrm>
            <a:off x="660400" y="0"/>
            <a:ext cx="0" cy="518984"/>
          </a:xfrm>
          <a:prstGeom prst="straightConnector1">
            <a:avLst/>
          </a:prstGeom>
          <a:noFill/>
          <a:ln cap="flat" cmpd="sng" w="19050">
            <a:solidFill>
              <a:schemeClr val="accent1"/>
            </a:solidFill>
            <a:prstDash val="solid"/>
            <a:miter lim="8000"/>
            <a:headEnd len="sm" w="sm" type="none"/>
            <a:tailEnd len="sm" w="sm" type="none"/>
          </a:ln>
        </p:spPr>
      </p:cxnSp>
      <p:cxnSp>
        <p:nvCxnSpPr>
          <p:cNvPr id="86" name="Google Shape;86;p12"/>
          <p:cNvCxnSpPr/>
          <p:nvPr/>
        </p:nvCxnSpPr>
        <p:spPr>
          <a:xfrm>
            <a:off x="1008184" y="2080845"/>
            <a:ext cx="808892" cy="0"/>
          </a:xfrm>
          <a:prstGeom prst="straightConnector1">
            <a:avLst/>
          </a:prstGeom>
          <a:noFill/>
          <a:ln cap="rnd" cmpd="sng" w="69850">
            <a:solidFill>
              <a:schemeClr val="accent1"/>
            </a:solidFill>
            <a:prstDash val="solid"/>
            <a:miter lim="8000"/>
            <a:headEnd len="sm" w="sm" type="none"/>
            <a:tailEnd len="sm" w="sm" type="none"/>
          </a:ln>
        </p:spPr>
      </p:cxnSp>
      <p:cxnSp>
        <p:nvCxnSpPr>
          <p:cNvPr id="87" name="Google Shape;87;p12"/>
          <p:cNvCxnSpPr/>
          <p:nvPr/>
        </p:nvCxnSpPr>
        <p:spPr>
          <a:xfrm>
            <a:off x="2121877" y="2080845"/>
            <a:ext cx="2321169" cy="0"/>
          </a:xfrm>
          <a:prstGeom prst="straightConnector1">
            <a:avLst/>
          </a:prstGeom>
          <a:noFill/>
          <a:ln cap="rnd" cmpd="sng" w="69850">
            <a:solidFill>
              <a:schemeClr val="accent1"/>
            </a:solidFill>
            <a:prstDash val="solid"/>
            <a:miter lim="8000"/>
            <a:headEnd len="sm" w="sm" type="none"/>
            <a:tailEnd len="sm" w="sm" type="none"/>
          </a:ln>
        </p:spPr>
      </p:cxnSp>
      <p:sp>
        <p:nvSpPr>
          <p:cNvPr id="88" name="Google Shape;88;p12"/>
          <p:cNvSpPr txBox="1"/>
          <p:nvPr/>
        </p:nvSpPr>
        <p:spPr>
          <a:xfrm>
            <a:off x="891340" y="2250285"/>
            <a:ext cx="4271879" cy="56881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b="0" i="0" lang="en-US" sz="1100" u="none" cap="none" strike="noStrike">
                <a:solidFill>
                  <a:schemeClr val="dk1"/>
                </a:solidFill>
                <a:latin typeface="Arial"/>
                <a:ea typeface="Arial"/>
                <a:cs typeface="Arial"/>
                <a:sym typeface="Arial"/>
              </a:rPr>
              <a:t>Theme</a:t>
            </a:r>
            <a:r>
              <a:rPr b="0" i="0" lang="en-US" sz="100" u="none" cap="none" strike="noStrike">
                <a:solidFill>
                  <a:schemeClr val="dk1"/>
                </a:solidFill>
                <a:latin typeface="Arial"/>
                <a:ea typeface="Arial"/>
                <a:cs typeface="Arial"/>
                <a:sym typeface="Arial"/>
              </a:rPr>
              <a:t> </a:t>
            </a:r>
            <a:r>
              <a:rPr b="0" i="0" lang="en-US" sz="1100" u="none" cap="none" strike="noStrike">
                <a:solidFill>
                  <a:schemeClr val="dk1"/>
                </a:solidFill>
                <a:latin typeface="Arial"/>
                <a:ea typeface="Arial"/>
                <a:cs typeface="Arial"/>
                <a:sym typeface="Arial"/>
              </a:rPr>
              <a:t> color makes PPT more to change Theme</a:t>
            </a:r>
            <a:r>
              <a:rPr b="0" i="0" lang="en-US" sz="100" u="none" cap="none" strike="noStrike">
                <a:solidFill>
                  <a:schemeClr val="dk1"/>
                </a:solidFill>
                <a:latin typeface="Arial"/>
                <a:ea typeface="Arial"/>
                <a:cs typeface="Arial"/>
                <a:sym typeface="Arial"/>
              </a:rPr>
              <a:t> </a:t>
            </a:r>
            <a:r>
              <a:rPr b="0" i="0" lang="en-US" sz="1100" u="none" cap="none" strike="noStrike">
                <a:solidFill>
                  <a:schemeClr val="dk1"/>
                </a:solidFill>
                <a:latin typeface="Arial"/>
                <a:ea typeface="Arial"/>
                <a:cs typeface="Arial"/>
                <a:sym typeface="Arial"/>
              </a:rPr>
              <a:t> color makes PPT more convenient to change. </a:t>
            </a:r>
            <a:endParaRPr/>
          </a:p>
        </p:txBody>
      </p:sp>
      <p:sp>
        <p:nvSpPr>
          <p:cNvPr id="89" name="Google Shape;89;p12"/>
          <p:cNvSpPr/>
          <p:nvPr/>
        </p:nvSpPr>
        <p:spPr>
          <a:xfrm rot="-1345248">
            <a:off x="2164989" y="5925063"/>
            <a:ext cx="293483" cy="293483"/>
          </a:xfrm>
          <a:prstGeom prst="roundRect">
            <a:avLst>
              <a:gd fmla="val 16667" name="adj"/>
            </a:avLst>
          </a:prstGeom>
          <a:solidFill>
            <a:srgbClr val="7F7F7F">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2"/>
          <p:cNvSpPr/>
          <p:nvPr/>
        </p:nvSpPr>
        <p:spPr>
          <a:xfrm rot="-488464">
            <a:off x="9858154" y="1608519"/>
            <a:ext cx="465306" cy="465306"/>
          </a:xfrm>
          <a:prstGeom prst="roundRect">
            <a:avLst>
              <a:gd fmla="val 16667" name="adj"/>
            </a:avLst>
          </a:prstGeom>
          <a:solidFill>
            <a:srgbClr val="7F7F7F">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1" name="Google Shape;91;p12"/>
          <p:cNvSpPr txBox="1"/>
          <p:nvPr/>
        </p:nvSpPr>
        <p:spPr>
          <a:xfrm>
            <a:off x="8002768" y="3451362"/>
            <a:ext cx="2657324" cy="529889"/>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b="0" i="0" lang="en-US" sz="1000" u="none" cap="none" strike="noStrike">
                <a:solidFill>
                  <a:schemeClr val="dk1"/>
                </a:solidFill>
                <a:latin typeface="Arial"/>
                <a:ea typeface="Arial"/>
                <a:cs typeface="Arial"/>
                <a:sym typeface="Arial"/>
              </a:rPr>
              <a:t>Theme  color makes PPT more to change . </a:t>
            </a:r>
            <a:endParaRPr/>
          </a:p>
        </p:txBody>
      </p:sp>
      <p:sp>
        <p:nvSpPr>
          <p:cNvPr id="92" name="Google Shape;92;p12"/>
          <p:cNvSpPr/>
          <p:nvPr/>
        </p:nvSpPr>
        <p:spPr>
          <a:xfrm>
            <a:off x="4072467" y="3353911"/>
            <a:ext cx="3809255" cy="378120"/>
          </a:xfrm>
          <a:prstGeom prst="rect">
            <a:avLst/>
          </a:prstGeom>
          <a:noFill/>
          <a:ln>
            <a:noFill/>
          </a:ln>
        </p:spPr>
        <p:txBody>
          <a:bodyPr anchorCtr="0" anchor="t" bIns="90000" lIns="90000" spcFirstLastPara="1" rIns="90000" wrap="square" tIns="90000">
            <a:noAutofit/>
          </a:bodyPr>
          <a:lstStyle/>
          <a:p>
            <a:pPr indent="0" lvl="0" marL="0" marR="0" rtl="0" algn="r">
              <a:spcBef>
                <a:spcPts val="0"/>
              </a:spcBef>
              <a:spcAft>
                <a:spcPts val="0"/>
              </a:spcAft>
              <a:buNone/>
            </a:pPr>
            <a:r>
              <a:rPr b="1" i="0" lang="en-US" sz="1300" u="none" cap="none" strike="noStrike">
                <a:solidFill>
                  <a:schemeClr val="dk1"/>
                </a:solidFill>
                <a:latin typeface="Arial"/>
                <a:ea typeface="Arial"/>
                <a:cs typeface="Arial"/>
                <a:sym typeface="Arial"/>
              </a:rPr>
              <a:t>Subject research background</a:t>
            </a:r>
            <a:endParaRPr/>
          </a:p>
        </p:txBody>
      </p:sp>
      <p:sp>
        <p:nvSpPr>
          <p:cNvPr id="93" name="Google Shape;93;p12"/>
          <p:cNvSpPr/>
          <p:nvPr/>
        </p:nvSpPr>
        <p:spPr>
          <a:xfrm>
            <a:off x="10781138" y="3485064"/>
            <a:ext cx="227229" cy="227229"/>
          </a:xfrm>
          <a:prstGeom prst="roundRect">
            <a:avLst>
              <a:gd fmla="val 16667" name="adj"/>
            </a:avLst>
          </a:prstGeom>
          <a:solidFill>
            <a:srgbClr val="7F7F7F">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12"/>
          <p:cNvSpPr txBox="1"/>
          <p:nvPr/>
        </p:nvSpPr>
        <p:spPr>
          <a:xfrm>
            <a:off x="8002768" y="4127236"/>
            <a:ext cx="2657324" cy="529889"/>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b="0" i="0" lang="en-US" sz="1000" u="none" cap="none" strike="noStrike">
                <a:solidFill>
                  <a:schemeClr val="dk1"/>
                </a:solidFill>
                <a:latin typeface="Arial"/>
                <a:ea typeface="Arial"/>
                <a:cs typeface="Arial"/>
                <a:sym typeface="Arial"/>
              </a:rPr>
              <a:t>Theme  color makes PPT more to change . </a:t>
            </a:r>
            <a:endParaRPr/>
          </a:p>
        </p:txBody>
      </p:sp>
      <p:sp>
        <p:nvSpPr>
          <p:cNvPr id="95" name="Google Shape;95;p12"/>
          <p:cNvSpPr/>
          <p:nvPr/>
        </p:nvSpPr>
        <p:spPr>
          <a:xfrm>
            <a:off x="4072467" y="4029785"/>
            <a:ext cx="3809255" cy="545760"/>
          </a:xfrm>
          <a:prstGeom prst="rect">
            <a:avLst/>
          </a:prstGeom>
          <a:noFill/>
          <a:ln>
            <a:noFill/>
          </a:ln>
        </p:spPr>
        <p:txBody>
          <a:bodyPr anchorCtr="0" anchor="t" bIns="90000" lIns="90000" spcFirstLastPara="1" rIns="90000" wrap="square" tIns="90000">
            <a:noAutofit/>
          </a:bodyPr>
          <a:lstStyle/>
          <a:p>
            <a:pPr indent="0" lvl="0" marL="0" marR="0" rtl="0" algn="r">
              <a:spcBef>
                <a:spcPts val="0"/>
              </a:spcBef>
              <a:spcAft>
                <a:spcPts val="0"/>
              </a:spcAft>
              <a:buNone/>
            </a:pPr>
            <a:r>
              <a:rPr b="1" i="0" lang="en-US" sz="2400" u="none" cap="none" strike="noStrike">
                <a:solidFill>
                  <a:schemeClr val="dk1"/>
                </a:solidFill>
                <a:latin typeface="Arial"/>
                <a:ea typeface="Arial"/>
                <a:cs typeface="Arial"/>
                <a:sym typeface="Arial"/>
              </a:rPr>
              <a:t>Research method</a:t>
            </a:r>
            <a:endParaRPr/>
          </a:p>
        </p:txBody>
      </p:sp>
      <p:sp>
        <p:nvSpPr>
          <p:cNvPr id="96" name="Google Shape;96;p12"/>
          <p:cNvSpPr/>
          <p:nvPr/>
        </p:nvSpPr>
        <p:spPr>
          <a:xfrm>
            <a:off x="10781138" y="4160938"/>
            <a:ext cx="227229" cy="227229"/>
          </a:xfrm>
          <a:prstGeom prst="roundRect">
            <a:avLst>
              <a:gd fmla="val 16667" name="adj"/>
            </a:avLst>
          </a:prstGeom>
          <a:solidFill>
            <a:srgbClr val="7F7F7F">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7" name="Google Shape;97;p12"/>
          <p:cNvSpPr txBox="1"/>
          <p:nvPr/>
        </p:nvSpPr>
        <p:spPr>
          <a:xfrm>
            <a:off x="8002768" y="4803110"/>
            <a:ext cx="2657324" cy="529889"/>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b="0" i="0" lang="en-US" sz="1000" u="none" cap="none" strike="noStrike">
                <a:solidFill>
                  <a:schemeClr val="dk1"/>
                </a:solidFill>
                <a:latin typeface="Arial"/>
                <a:ea typeface="Arial"/>
                <a:cs typeface="Arial"/>
                <a:sym typeface="Arial"/>
              </a:rPr>
              <a:t>Theme  color makes PPT more to change . </a:t>
            </a:r>
            <a:endParaRPr/>
          </a:p>
        </p:txBody>
      </p:sp>
      <p:sp>
        <p:nvSpPr>
          <p:cNvPr id="98" name="Google Shape;98;p12"/>
          <p:cNvSpPr/>
          <p:nvPr/>
        </p:nvSpPr>
        <p:spPr>
          <a:xfrm>
            <a:off x="4072467" y="4705659"/>
            <a:ext cx="3809255" cy="423840"/>
          </a:xfrm>
          <a:prstGeom prst="rect">
            <a:avLst/>
          </a:prstGeom>
          <a:noFill/>
          <a:ln>
            <a:noFill/>
          </a:ln>
        </p:spPr>
        <p:txBody>
          <a:bodyPr anchorCtr="0" anchor="t" bIns="90000" lIns="90000" spcFirstLastPara="1" rIns="90000" wrap="square" tIns="90000">
            <a:noAutofit/>
          </a:bodyPr>
          <a:lstStyle/>
          <a:p>
            <a:pPr indent="0" lvl="0" marL="0" marR="0" rtl="0" algn="r">
              <a:spcBef>
                <a:spcPts val="0"/>
              </a:spcBef>
              <a:spcAft>
                <a:spcPts val="0"/>
              </a:spcAft>
              <a:buNone/>
            </a:pPr>
            <a:r>
              <a:rPr b="1" i="0" lang="en-US" sz="1600" u="none" cap="none" strike="noStrike">
                <a:solidFill>
                  <a:schemeClr val="dk1"/>
                </a:solidFill>
                <a:latin typeface="Arial"/>
                <a:ea typeface="Arial"/>
                <a:cs typeface="Arial"/>
                <a:sym typeface="Arial"/>
              </a:rPr>
              <a:t>Research results display</a:t>
            </a:r>
            <a:endParaRPr/>
          </a:p>
        </p:txBody>
      </p:sp>
      <p:sp>
        <p:nvSpPr>
          <p:cNvPr id="99" name="Google Shape;99;p12"/>
          <p:cNvSpPr/>
          <p:nvPr/>
        </p:nvSpPr>
        <p:spPr>
          <a:xfrm>
            <a:off x="10781138" y="4836812"/>
            <a:ext cx="227229" cy="227229"/>
          </a:xfrm>
          <a:prstGeom prst="roundRect">
            <a:avLst>
              <a:gd fmla="val 16667" name="adj"/>
            </a:avLst>
          </a:prstGeom>
          <a:solidFill>
            <a:srgbClr val="7F7F7F">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12"/>
          <p:cNvSpPr txBox="1"/>
          <p:nvPr/>
        </p:nvSpPr>
        <p:spPr>
          <a:xfrm>
            <a:off x="8002768" y="5478984"/>
            <a:ext cx="2657324" cy="529889"/>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b="0" i="0" lang="en-US" sz="1000" u="none" cap="none" strike="noStrike">
                <a:solidFill>
                  <a:schemeClr val="dk1"/>
                </a:solidFill>
                <a:latin typeface="Arial"/>
                <a:ea typeface="Arial"/>
                <a:cs typeface="Arial"/>
                <a:sym typeface="Arial"/>
              </a:rPr>
              <a:t>Theme  color makes PPT more to change . </a:t>
            </a:r>
            <a:endParaRPr/>
          </a:p>
        </p:txBody>
      </p:sp>
      <p:sp>
        <p:nvSpPr>
          <p:cNvPr id="101" name="Google Shape;101;p12"/>
          <p:cNvSpPr/>
          <p:nvPr/>
        </p:nvSpPr>
        <p:spPr>
          <a:xfrm>
            <a:off x="4072467" y="5381533"/>
            <a:ext cx="3809255" cy="545760"/>
          </a:xfrm>
          <a:prstGeom prst="rect">
            <a:avLst/>
          </a:prstGeom>
          <a:noFill/>
          <a:ln>
            <a:noFill/>
          </a:ln>
        </p:spPr>
        <p:txBody>
          <a:bodyPr anchorCtr="0" anchor="t" bIns="90000" lIns="90000" spcFirstLastPara="1" rIns="90000" wrap="square" tIns="90000">
            <a:noAutofit/>
          </a:bodyPr>
          <a:lstStyle/>
          <a:p>
            <a:pPr indent="0" lvl="0" marL="0" marR="0" rtl="0" algn="r">
              <a:spcBef>
                <a:spcPts val="0"/>
              </a:spcBef>
              <a:spcAft>
                <a:spcPts val="0"/>
              </a:spcAft>
              <a:buNone/>
            </a:pPr>
            <a:r>
              <a:rPr b="1" i="0" lang="en-US" sz="2400" u="none" cap="none" strike="noStrike">
                <a:solidFill>
                  <a:schemeClr val="dk1"/>
                </a:solidFill>
                <a:latin typeface="Arial"/>
                <a:ea typeface="Arial"/>
                <a:cs typeface="Arial"/>
                <a:sym typeface="Arial"/>
              </a:rPr>
              <a:t>Paper Summary</a:t>
            </a:r>
            <a:endParaRPr/>
          </a:p>
        </p:txBody>
      </p:sp>
      <p:sp>
        <p:nvSpPr>
          <p:cNvPr id="102" name="Google Shape;102;p12"/>
          <p:cNvSpPr/>
          <p:nvPr/>
        </p:nvSpPr>
        <p:spPr>
          <a:xfrm>
            <a:off x="10781138" y="5512686"/>
            <a:ext cx="227229" cy="227229"/>
          </a:xfrm>
          <a:prstGeom prst="roundRect">
            <a:avLst>
              <a:gd fmla="val 16667" name="adj"/>
            </a:avLst>
          </a:prstGeom>
          <a:solidFill>
            <a:srgbClr val="7F7F7F">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3" name="Google Shape;103;p12"/>
          <p:cNvSpPr/>
          <p:nvPr/>
        </p:nvSpPr>
        <p:spPr>
          <a:xfrm>
            <a:off x="0" y="5017754"/>
            <a:ext cx="1930055" cy="1840246"/>
          </a:xfrm>
          <a:custGeom>
            <a:rect b="b" l="l" r="r" t="t"/>
            <a:pathLst>
              <a:path extrusionOk="0" h="1840246" w="1930054">
                <a:moveTo>
                  <a:pt x="15951" y="0"/>
                </a:moveTo>
                <a:lnTo>
                  <a:pt x="1755845" y="307691"/>
                </a:lnTo>
                <a:cubicBezTo>
                  <a:pt x="1870544" y="327975"/>
                  <a:pt x="1947082" y="437399"/>
                  <a:pt x="1926798" y="552098"/>
                </a:cubicBezTo>
                <a:lnTo>
                  <a:pt x="1698996" y="1840246"/>
                </a:lnTo>
                <a:lnTo>
                  <a:pt x="0" y="1840246"/>
                </a:lnTo>
                <a:lnTo>
                  <a:pt x="0" y="38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4" name="Google Shape;104;p12"/>
          <p:cNvSpPr/>
          <p:nvPr/>
        </p:nvSpPr>
        <p:spPr>
          <a:xfrm>
            <a:off x="10528106" y="0"/>
            <a:ext cx="1663894" cy="1851832"/>
          </a:xfrm>
          <a:custGeom>
            <a:rect b="b" l="l" r="r" t="t"/>
            <a:pathLst>
              <a:path extrusionOk="0" h="1851831" w="1663893">
                <a:moveTo>
                  <a:pt x="0" y="0"/>
                </a:moveTo>
                <a:lnTo>
                  <a:pt x="1663894" y="0"/>
                </a:lnTo>
                <a:lnTo>
                  <a:pt x="1663894" y="1664944"/>
                </a:lnTo>
                <a:lnTo>
                  <a:pt x="504167" y="1849228"/>
                </a:lnTo>
                <a:cubicBezTo>
                  <a:pt x="390871" y="1867231"/>
                  <a:pt x="284433" y="1789981"/>
                  <a:pt x="266430" y="167668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5" name="Google Shape;105;p12"/>
          <p:cNvSpPr txBox="1"/>
          <p:nvPr>
            <p:ph type="title"/>
          </p:nvPr>
        </p:nvSpPr>
        <p:spPr>
          <a:xfrm>
            <a:off x="980135" y="1279524"/>
            <a:ext cx="10515600" cy="7845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Arial"/>
              <a:buNone/>
            </a:pPr>
            <a:r>
              <a:rPr lang="en-US"/>
              <a:t>CONTENTS</a:t>
            </a:r>
            <a:br>
              <a:rPr lang="en-US"/>
            </a:br>
            <a:endParaRPr/>
          </a:p>
        </p:txBody>
      </p:sp>
      <p:sp>
        <p:nvSpPr>
          <p:cNvPr id="106" name="Google Shape;106;p12"/>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par>
                                <p:cTn fill="hold" nodeType="with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par>
                                <p:cTn fill="hold" nodeType="with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13"/>
          <p:cNvPicPr preferRelativeResize="0"/>
          <p:nvPr/>
        </p:nvPicPr>
        <p:blipFill rotWithShape="1">
          <a:blip r:embed="rId3">
            <a:alphaModFix/>
          </a:blip>
          <a:srcRect b="5000" l="0" r="0" t="4999"/>
          <a:stretch/>
        </p:blipFill>
        <p:spPr>
          <a:xfrm>
            <a:off x="0" y="1"/>
            <a:ext cx="12192000" cy="6858000"/>
          </a:xfrm>
          <a:prstGeom prst="rect">
            <a:avLst/>
          </a:prstGeom>
          <a:noFill/>
          <a:ln>
            <a:noFill/>
          </a:ln>
        </p:spPr>
      </p:pic>
      <p:sp>
        <p:nvSpPr>
          <p:cNvPr id="113" name="Google Shape;113;p13"/>
          <p:cNvSpPr/>
          <p:nvPr/>
        </p:nvSpPr>
        <p:spPr>
          <a:xfrm>
            <a:off x="4471026" y="3062808"/>
            <a:ext cx="3763404" cy="5233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595959"/>
                </a:solidFill>
                <a:latin typeface="Arial"/>
                <a:ea typeface="Arial"/>
                <a:cs typeface="Arial"/>
                <a:sym typeface="Arial"/>
              </a:rPr>
              <a:t>Part 01 소제목</a:t>
            </a:r>
            <a:endParaRPr b="1" i="0" sz="2800" u="none" cap="none" strike="noStrike">
              <a:solidFill>
                <a:srgbClr val="595959"/>
              </a:solidFill>
              <a:latin typeface="Arial"/>
              <a:ea typeface="Arial"/>
              <a:cs typeface="Arial"/>
              <a:sym typeface="Arial"/>
            </a:endParaRPr>
          </a:p>
        </p:txBody>
      </p:sp>
      <p:sp>
        <p:nvSpPr>
          <p:cNvPr id="114" name="Google Shape;114;p13"/>
          <p:cNvSpPr txBox="1"/>
          <p:nvPr>
            <p:ph type="title"/>
          </p:nvPr>
        </p:nvSpPr>
        <p:spPr>
          <a:xfrm>
            <a:off x="4214297" y="2295634"/>
            <a:ext cx="4276863" cy="706731"/>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accent1"/>
              </a:buClr>
              <a:buSzPct val="100000"/>
              <a:buFont typeface="Arial"/>
              <a:buNone/>
            </a:pPr>
            <a:r>
              <a:rPr lang="en-US"/>
              <a:t>PART 01</a:t>
            </a:r>
            <a:endParaRPr/>
          </a:p>
        </p:txBody>
      </p:sp>
      <p:sp>
        <p:nvSpPr>
          <p:cNvPr id="115" name="Google Shape;115;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일반 텍스트 박스 일반 텍스트 박스 일반 텍스트 박스 일반 텍스트 박스 일반 텍스트 박스 일반 텍스트 박스 일반 텍스트 박스 일반 텍스트 박스 일반 텍스트 박스 일반 텍스트 박스 일반 텍스트 박스 </a:t>
            </a:r>
            <a:endParaRPr/>
          </a:p>
        </p:txBody>
      </p:sp>
      <p:sp>
        <p:nvSpPr>
          <p:cNvPr id="116" name="Google Shape;116;p13"/>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txBox="1"/>
          <p:nvPr/>
        </p:nvSpPr>
        <p:spPr>
          <a:xfrm flipH="1">
            <a:off x="6760888" y="2305646"/>
            <a:ext cx="4241800" cy="27432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i="0" lang="en-US" sz="1200" u="none" cap="none" strike="noStrike">
                <a:solidFill>
                  <a:schemeClr val="dk1"/>
                </a:solidFill>
                <a:latin typeface="Arial"/>
                <a:ea typeface="Arial"/>
                <a:cs typeface="Arial"/>
                <a:sym typeface="Arial"/>
              </a:rPr>
              <a:t>애니메이션 효과가 있는 객체 포함된 슬라이드</a:t>
            </a:r>
            <a:endParaRPr b="1" i="0" sz="1200" u="none" cap="none" strike="noStrike">
              <a:solidFill>
                <a:schemeClr val="dk1"/>
              </a:solidFill>
              <a:latin typeface="Arial"/>
              <a:ea typeface="Arial"/>
              <a:cs typeface="Arial"/>
              <a:sym typeface="Arial"/>
            </a:endParaRPr>
          </a:p>
        </p:txBody>
      </p:sp>
      <p:sp>
        <p:nvSpPr>
          <p:cNvPr id="122" name="Google Shape;122;p14"/>
          <p:cNvSpPr txBox="1"/>
          <p:nvPr/>
        </p:nvSpPr>
        <p:spPr>
          <a:xfrm flipH="1">
            <a:off x="6760888" y="2627630"/>
            <a:ext cx="4241800" cy="670644"/>
          </a:xfrm>
          <a:prstGeom prst="rect">
            <a:avLst/>
          </a:prstGeom>
          <a:noFill/>
          <a:ln>
            <a:noFill/>
          </a:ln>
        </p:spPr>
        <p:txBody>
          <a:bodyPr anchorCtr="0" anchor="t" bIns="45700" lIns="91425" spcFirstLastPara="1" rIns="91425" wrap="square" tIns="45700">
            <a:normAutofit/>
          </a:bodyPr>
          <a:lstStyle/>
          <a:p>
            <a:pPr indent="0" lvl="0" marL="0" marR="0" rtl="0" algn="l">
              <a:lnSpc>
                <a:spcPct val="120000"/>
              </a:lnSpc>
              <a:spcBef>
                <a:spcPts val="0"/>
              </a:spcBef>
              <a:spcAft>
                <a:spcPts val="0"/>
              </a:spcAft>
              <a:buNone/>
            </a:pPr>
            <a:r>
              <a:rPr b="0" i="0" lang="en-US" sz="1000" u="none" cap="none" strike="noStrike">
                <a:solidFill>
                  <a:schemeClr val="dk1"/>
                </a:solidFill>
                <a:latin typeface="Arial"/>
                <a:ea typeface="Arial"/>
                <a:cs typeface="Arial"/>
                <a:sym typeface="Arial"/>
              </a:rPr>
              <a:t>Your content is hit here, or by copying your text, in this box choose paste After you hit your content here, or by copying your</a:t>
            </a:r>
            <a:endParaRPr/>
          </a:p>
          <a:p>
            <a:pPr indent="0" lvl="0" marL="0" marR="0" rtl="0" algn="l">
              <a:lnSpc>
                <a:spcPct val="150000"/>
              </a:lnSpc>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123" name="Google Shape;123;p14"/>
          <p:cNvSpPr txBox="1"/>
          <p:nvPr/>
        </p:nvSpPr>
        <p:spPr>
          <a:xfrm flipH="1">
            <a:off x="6760888" y="3627503"/>
            <a:ext cx="4241800" cy="27432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i="0" lang="en-US" sz="1200" u="none" cap="none" strike="noStrike">
                <a:solidFill>
                  <a:schemeClr val="dk1"/>
                </a:solidFill>
                <a:latin typeface="Arial"/>
                <a:ea typeface="Arial"/>
                <a:cs typeface="Arial"/>
                <a:sym typeface="Arial"/>
              </a:rPr>
              <a:t>Please enter your</a:t>
            </a:r>
            <a:endParaRPr b="1" i="0" sz="1200" u="none" cap="none" strike="noStrike">
              <a:solidFill>
                <a:schemeClr val="dk1"/>
              </a:solidFill>
              <a:latin typeface="Arial"/>
              <a:ea typeface="Arial"/>
              <a:cs typeface="Arial"/>
              <a:sym typeface="Arial"/>
            </a:endParaRPr>
          </a:p>
        </p:txBody>
      </p:sp>
      <p:sp>
        <p:nvSpPr>
          <p:cNvPr id="124" name="Google Shape;124;p14"/>
          <p:cNvSpPr txBox="1"/>
          <p:nvPr/>
        </p:nvSpPr>
        <p:spPr>
          <a:xfrm flipH="1">
            <a:off x="6760888" y="3949483"/>
            <a:ext cx="4241800" cy="670644"/>
          </a:xfrm>
          <a:prstGeom prst="rect">
            <a:avLst/>
          </a:prstGeom>
          <a:noFill/>
          <a:ln>
            <a:noFill/>
          </a:ln>
        </p:spPr>
        <p:txBody>
          <a:bodyPr anchorCtr="0" anchor="t" bIns="45700" lIns="91425" spcFirstLastPara="1" rIns="91425" wrap="square" tIns="45700">
            <a:normAutofit/>
          </a:bodyPr>
          <a:lstStyle/>
          <a:p>
            <a:pPr indent="0" lvl="0" marL="0" marR="0" rtl="0" algn="l">
              <a:lnSpc>
                <a:spcPct val="120000"/>
              </a:lnSpc>
              <a:spcBef>
                <a:spcPts val="0"/>
              </a:spcBef>
              <a:spcAft>
                <a:spcPts val="0"/>
              </a:spcAft>
              <a:buNone/>
            </a:pPr>
            <a:r>
              <a:rPr b="0" i="0" lang="en-US" sz="1000" u="none" cap="none" strike="noStrike">
                <a:solidFill>
                  <a:schemeClr val="dk1"/>
                </a:solidFill>
                <a:latin typeface="Arial"/>
                <a:ea typeface="Arial"/>
                <a:cs typeface="Arial"/>
                <a:sym typeface="Arial"/>
              </a:rPr>
              <a:t>Your content is hit here, or by copying your text, in this box choose paste After you hit your content here, or by copying your</a:t>
            </a:r>
            <a:endParaRPr/>
          </a:p>
          <a:p>
            <a:pPr indent="0" lvl="0" marL="0" marR="0" rtl="0" algn="l">
              <a:lnSpc>
                <a:spcPct val="150000"/>
              </a:lnSpc>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125" name="Google Shape;125;p14"/>
          <p:cNvSpPr txBox="1"/>
          <p:nvPr/>
        </p:nvSpPr>
        <p:spPr>
          <a:xfrm flipH="1">
            <a:off x="6760888" y="4949360"/>
            <a:ext cx="4241800" cy="27432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i="0" lang="en-US" sz="1200" u="none" cap="none" strike="noStrike">
                <a:solidFill>
                  <a:schemeClr val="dk1"/>
                </a:solidFill>
                <a:latin typeface="Arial"/>
                <a:ea typeface="Arial"/>
                <a:cs typeface="Arial"/>
                <a:sym typeface="Arial"/>
              </a:rPr>
              <a:t>Please enter your</a:t>
            </a:r>
            <a:endParaRPr b="1" i="0" sz="1200" u="none" cap="none" strike="noStrike">
              <a:solidFill>
                <a:schemeClr val="dk1"/>
              </a:solidFill>
              <a:latin typeface="Arial"/>
              <a:ea typeface="Arial"/>
              <a:cs typeface="Arial"/>
              <a:sym typeface="Arial"/>
            </a:endParaRPr>
          </a:p>
        </p:txBody>
      </p:sp>
      <p:sp>
        <p:nvSpPr>
          <p:cNvPr id="126" name="Google Shape;126;p14"/>
          <p:cNvSpPr txBox="1"/>
          <p:nvPr/>
        </p:nvSpPr>
        <p:spPr>
          <a:xfrm flipH="1">
            <a:off x="6760888" y="5271341"/>
            <a:ext cx="4241800" cy="670644"/>
          </a:xfrm>
          <a:prstGeom prst="rect">
            <a:avLst/>
          </a:prstGeom>
          <a:noFill/>
          <a:ln>
            <a:noFill/>
          </a:ln>
        </p:spPr>
        <p:txBody>
          <a:bodyPr anchorCtr="0" anchor="t" bIns="45700" lIns="91425" spcFirstLastPara="1" rIns="91425" wrap="square" tIns="45700">
            <a:normAutofit/>
          </a:bodyPr>
          <a:lstStyle/>
          <a:p>
            <a:pPr indent="0" lvl="0" marL="0" marR="0" rtl="0" algn="l">
              <a:lnSpc>
                <a:spcPct val="120000"/>
              </a:lnSpc>
              <a:spcBef>
                <a:spcPts val="0"/>
              </a:spcBef>
              <a:spcAft>
                <a:spcPts val="0"/>
              </a:spcAft>
              <a:buNone/>
            </a:pPr>
            <a:r>
              <a:rPr b="0" i="0" lang="en-US" sz="1000" u="none" cap="none" strike="noStrike">
                <a:solidFill>
                  <a:schemeClr val="dk1"/>
                </a:solidFill>
                <a:latin typeface="Arial"/>
                <a:ea typeface="Arial"/>
                <a:cs typeface="Arial"/>
                <a:sym typeface="Arial"/>
              </a:rPr>
              <a:t>Your content is hit here, or by copying your text, in this box choose paste After you hit your content here, or by copying your</a:t>
            </a:r>
            <a:endParaRPr/>
          </a:p>
          <a:p>
            <a:pPr indent="0" lvl="0" marL="0" marR="0" rtl="0" algn="l">
              <a:lnSpc>
                <a:spcPct val="150000"/>
              </a:lnSpc>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127" name="Google Shape;127;p14"/>
          <p:cNvSpPr/>
          <p:nvPr/>
        </p:nvSpPr>
        <p:spPr>
          <a:xfrm>
            <a:off x="6101363" y="4992985"/>
            <a:ext cx="540002" cy="540000"/>
          </a:xfrm>
          <a:prstGeom prst="roundRect">
            <a:avLst>
              <a:gd fmla="val 50000" name="adj"/>
            </a:avLst>
          </a:prstGeom>
          <a:solidFill>
            <a:srgbClr val="6F6F6F">
              <a:alpha val="49804"/>
            </a:srgbClr>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1" i="0" sz="2000" u="none" cap="none" strike="noStrike">
              <a:solidFill>
                <a:schemeClr val="lt1"/>
              </a:solidFill>
              <a:latin typeface="Arial"/>
              <a:ea typeface="Arial"/>
              <a:cs typeface="Arial"/>
              <a:sym typeface="Arial"/>
            </a:endParaRPr>
          </a:p>
        </p:txBody>
      </p:sp>
      <p:sp>
        <p:nvSpPr>
          <p:cNvPr id="128" name="Google Shape;128;p14"/>
          <p:cNvSpPr/>
          <p:nvPr/>
        </p:nvSpPr>
        <p:spPr>
          <a:xfrm>
            <a:off x="6264479" y="5154180"/>
            <a:ext cx="213771" cy="234327"/>
          </a:xfrm>
          <a:custGeom>
            <a:rect b="b" l="l" r="r" t="t"/>
            <a:pathLst>
              <a:path extrusionOk="0" h="542925" w="495300">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b="1" i="0" sz="1100" u="none" cap="none" strike="noStrike">
              <a:solidFill>
                <a:schemeClr val="lt1"/>
              </a:solidFill>
              <a:latin typeface="Arial"/>
              <a:ea typeface="Arial"/>
              <a:cs typeface="Arial"/>
              <a:sym typeface="Arial"/>
            </a:endParaRPr>
          </a:p>
        </p:txBody>
      </p:sp>
      <p:sp>
        <p:nvSpPr>
          <p:cNvPr id="129" name="Google Shape;129;p14"/>
          <p:cNvSpPr/>
          <p:nvPr/>
        </p:nvSpPr>
        <p:spPr>
          <a:xfrm>
            <a:off x="6096000" y="2334374"/>
            <a:ext cx="540002" cy="540000"/>
          </a:xfrm>
          <a:prstGeom prst="round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1" i="0" sz="2000" u="none" cap="none" strike="noStrike">
              <a:solidFill>
                <a:schemeClr val="lt1"/>
              </a:solidFill>
              <a:latin typeface="Arial"/>
              <a:ea typeface="Arial"/>
              <a:cs typeface="Arial"/>
              <a:sym typeface="Arial"/>
            </a:endParaRPr>
          </a:p>
        </p:txBody>
      </p:sp>
      <p:sp>
        <p:nvSpPr>
          <p:cNvPr id="130" name="Google Shape;130;p14"/>
          <p:cNvSpPr/>
          <p:nvPr/>
        </p:nvSpPr>
        <p:spPr>
          <a:xfrm>
            <a:off x="6248838" y="2516502"/>
            <a:ext cx="234327" cy="175744"/>
          </a:xfrm>
          <a:custGeom>
            <a:rect b="b" l="l" r="r" t="t"/>
            <a:pathLst>
              <a:path extrusionOk="0" h="400050" w="53340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b="1" i="0" sz="500" u="none" cap="none" strike="noStrike">
              <a:solidFill>
                <a:schemeClr val="lt1"/>
              </a:solidFill>
              <a:latin typeface="Arial"/>
              <a:ea typeface="Arial"/>
              <a:cs typeface="Arial"/>
              <a:sym typeface="Arial"/>
            </a:endParaRPr>
          </a:p>
        </p:txBody>
      </p:sp>
      <p:sp>
        <p:nvSpPr>
          <p:cNvPr id="131" name="Google Shape;131;p14"/>
          <p:cNvSpPr/>
          <p:nvPr/>
        </p:nvSpPr>
        <p:spPr>
          <a:xfrm>
            <a:off x="6101363" y="3617828"/>
            <a:ext cx="540002" cy="540000"/>
          </a:xfrm>
          <a:prstGeom prst="roundRect">
            <a:avLst>
              <a:gd fmla="val 50000" name="adj"/>
            </a:avLst>
          </a:prstGeom>
          <a:solidFill>
            <a:srgbClr val="6F6F6F">
              <a:alpha val="49804"/>
            </a:srgbClr>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1" i="0" sz="2000" u="none" cap="none" strike="noStrike">
              <a:solidFill>
                <a:schemeClr val="lt1"/>
              </a:solidFill>
              <a:latin typeface="Arial"/>
              <a:ea typeface="Arial"/>
              <a:cs typeface="Arial"/>
              <a:sym typeface="Arial"/>
            </a:endParaRPr>
          </a:p>
        </p:txBody>
      </p:sp>
      <p:sp>
        <p:nvSpPr>
          <p:cNvPr id="132" name="Google Shape;132;p14"/>
          <p:cNvSpPr/>
          <p:nvPr/>
        </p:nvSpPr>
        <p:spPr>
          <a:xfrm>
            <a:off x="6254200" y="3776936"/>
            <a:ext cx="234327" cy="230142"/>
          </a:xfrm>
          <a:custGeom>
            <a:rect b="b" l="l" r="r" t="t"/>
            <a:pathLst>
              <a:path extrusionOk="0" h="523875" w="533400">
                <a:moveTo>
                  <a:pt x="343764" y="276846"/>
                </a:moveTo>
                <a:cubicBezTo>
                  <a:pt x="359576" y="276846"/>
                  <a:pt x="372339" y="289610"/>
                  <a:pt x="372339" y="305421"/>
                </a:cubicBezTo>
                <a:lnTo>
                  <a:pt x="372339" y="495921"/>
                </a:lnTo>
                <a:cubicBezTo>
                  <a:pt x="372339" y="511732"/>
                  <a:pt x="359576" y="524496"/>
                  <a:pt x="343764" y="524496"/>
                </a:cubicBezTo>
                <a:lnTo>
                  <a:pt x="191364" y="524496"/>
                </a:lnTo>
                <a:cubicBezTo>
                  <a:pt x="175552" y="524496"/>
                  <a:pt x="162789" y="511732"/>
                  <a:pt x="162789" y="495921"/>
                </a:cubicBezTo>
                <a:lnTo>
                  <a:pt x="162789" y="305421"/>
                </a:lnTo>
                <a:cubicBezTo>
                  <a:pt x="162789" y="289610"/>
                  <a:pt x="175552" y="276846"/>
                  <a:pt x="191364" y="276846"/>
                </a:cubicBezTo>
                <a:lnTo>
                  <a:pt x="343764" y="276846"/>
                </a:lnTo>
                <a:close/>
                <a:moveTo>
                  <a:pt x="143739" y="114921"/>
                </a:moveTo>
                <a:cubicBezTo>
                  <a:pt x="143739" y="135305"/>
                  <a:pt x="159741" y="151973"/>
                  <a:pt x="179934" y="153021"/>
                </a:cubicBezTo>
                <a:lnTo>
                  <a:pt x="181839" y="153021"/>
                </a:lnTo>
                <a:lnTo>
                  <a:pt x="353289" y="153021"/>
                </a:lnTo>
                <a:cubicBezTo>
                  <a:pt x="373673" y="153021"/>
                  <a:pt x="390341" y="137019"/>
                  <a:pt x="391389" y="116826"/>
                </a:cubicBezTo>
                <a:lnTo>
                  <a:pt x="391389" y="114921"/>
                </a:lnTo>
                <a:lnTo>
                  <a:pt x="505689" y="114921"/>
                </a:lnTo>
                <a:cubicBezTo>
                  <a:pt x="521501" y="114921"/>
                  <a:pt x="534264" y="127685"/>
                  <a:pt x="534264" y="143496"/>
                </a:cubicBezTo>
                <a:lnTo>
                  <a:pt x="534264" y="381621"/>
                </a:lnTo>
                <a:cubicBezTo>
                  <a:pt x="534264" y="397432"/>
                  <a:pt x="521501" y="410196"/>
                  <a:pt x="505689" y="410196"/>
                </a:cubicBezTo>
                <a:lnTo>
                  <a:pt x="391389" y="410196"/>
                </a:lnTo>
                <a:lnTo>
                  <a:pt x="391389" y="295896"/>
                </a:lnTo>
                <a:cubicBezTo>
                  <a:pt x="391389" y="275512"/>
                  <a:pt x="375387" y="258844"/>
                  <a:pt x="355194" y="257796"/>
                </a:cubicBezTo>
                <a:lnTo>
                  <a:pt x="353289" y="257796"/>
                </a:lnTo>
                <a:lnTo>
                  <a:pt x="181839" y="257796"/>
                </a:lnTo>
                <a:cubicBezTo>
                  <a:pt x="161455" y="257796"/>
                  <a:pt x="144787" y="273798"/>
                  <a:pt x="143739" y="293991"/>
                </a:cubicBezTo>
                <a:lnTo>
                  <a:pt x="143739" y="295896"/>
                </a:lnTo>
                <a:lnTo>
                  <a:pt x="143739" y="410196"/>
                </a:lnTo>
                <a:lnTo>
                  <a:pt x="29439" y="410196"/>
                </a:lnTo>
                <a:cubicBezTo>
                  <a:pt x="13627" y="410196"/>
                  <a:pt x="864" y="397432"/>
                  <a:pt x="864" y="381621"/>
                </a:cubicBezTo>
                <a:lnTo>
                  <a:pt x="864" y="201408"/>
                </a:lnTo>
                <a:cubicBezTo>
                  <a:pt x="864" y="191788"/>
                  <a:pt x="4484" y="182454"/>
                  <a:pt x="11151" y="175405"/>
                </a:cubicBezTo>
                <a:lnTo>
                  <a:pt x="56300" y="127018"/>
                </a:lnTo>
                <a:cubicBezTo>
                  <a:pt x="63538" y="119303"/>
                  <a:pt x="73635" y="114921"/>
                  <a:pt x="84112" y="114921"/>
                </a:cubicBezTo>
                <a:lnTo>
                  <a:pt x="143739" y="114921"/>
                </a:lnTo>
                <a:close/>
                <a:moveTo>
                  <a:pt x="462827" y="172071"/>
                </a:moveTo>
                <a:cubicBezTo>
                  <a:pt x="454921" y="172071"/>
                  <a:pt x="448539" y="178453"/>
                  <a:pt x="448539" y="186359"/>
                </a:cubicBezTo>
                <a:cubicBezTo>
                  <a:pt x="448539" y="194264"/>
                  <a:pt x="454921" y="200646"/>
                  <a:pt x="462827" y="200646"/>
                </a:cubicBezTo>
                <a:cubicBezTo>
                  <a:pt x="470732" y="200646"/>
                  <a:pt x="477114" y="194264"/>
                  <a:pt x="477114" y="186359"/>
                </a:cubicBezTo>
                <a:cubicBezTo>
                  <a:pt x="477114" y="178453"/>
                  <a:pt x="470732" y="172071"/>
                  <a:pt x="462827" y="172071"/>
                </a:cubicBezTo>
                <a:close/>
                <a:moveTo>
                  <a:pt x="343764" y="621"/>
                </a:moveTo>
                <a:cubicBezTo>
                  <a:pt x="359576" y="621"/>
                  <a:pt x="372339" y="13385"/>
                  <a:pt x="372339" y="29196"/>
                </a:cubicBezTo>
                <a:lnTo>
                  <a:pt x="372339" y="105396"/>
                </a:lnTo>
                <a:cubicBezTo>
                  <a:pt x="372339" y="121207"/>
                  <a:pt x="359576" y="133971"/>
                  <a:pt x="343764" y="133971"/>
                </a:cubicBezTo>
                <a:lnTo>
                  <a:pt x="191364" y="133971"/>
                </a:lnTo>
                <a:cubicBezTo>
                  <a:pt x="175552" y="133971"/>
                  <a:pt x="162789" y="121207"/>
                  <a:pt x="162789" y="105396"/>
                </a:cubicBezTo>
                <a:lnTo>
                  <a:pt x="162789" y="29196"/>
                </a:lnTo>
                <a:cubicBezTo>
                  <a:pt x="162789" y="13385"/>
                  <a:pt x="175552" y="621"/>
                  <a:pt x="191364" y="621"/>
                </a:cubicBezTo>
                <a:lnTo>
                  <a:pt x="343764" y="62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b="1" i="0" sz="1100" u="none" cap="none" strike="noStrike">
              <a:solidFill>
                <a:schemeClr val="lt1"/>
              </a:solidFill>
              <a:latin typeface="Arial"/>
              <a:ea typeface="Arial"/>
              <a:cs typeface="Arial"/>
              <a:sym typeface="Arial"/>
            </a:endParaRPr>
          </a:p>
        </p:txBody>
      </p:sp>
      <p:sp>
        <p:nvSpPr>
          <p:cNvPr id="133" name="Google Shape;133;p14"/>
          <p:cNvSpPr txBox="1"/>
          <p:nvPr>
            <p:ph type="title"/>
          </p:nvPr>
        </p:nvSpPr>
        <p:spPr>
          <a:xfrm>
            <a:off x="6248838" y="896786"/>
            <a:ext cx="5568436" cy="73753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Arial"/>
              <a:buNone/>
            </a:pPr>
            <a:r>
              <a:rPr lang="en-US"/>
              <a:t>슬라이드의 제목 A</a:t>
            </a:r>
            <a:endParaRPr/>
          </a:p>
        </p:txBody>
      </p:sp>
      <p:sp>
        <p:nvSpPr>
          <p:cNvPr id="134" name="Google Shape;134;p14"/>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r">
              <a:spcBef>
                <a:spcPts val="0"/>
              </a:spcBef>
              <a:spcAft>
                <a:spcPts val="0"/>
              </a:spcAft>
              <a:buNone/>
            </a:pPr>
            <a:fld id="{00000000-1234-1234-1234-123412341234}" type="slidenum">
              <a:rPr lang="en-US"/>
              <a:t>‹#›</a:t>
            </a:fld>
            <a:endParaRPr/>
          </a:p>
        </p:txBody>
      </p:sp>
      <p:grpSp>
        <p:nvGrpSpPr>
          <p:cNvPr descr="&lt;SmartSettings&gt;&lt;SmartResize enabled=&quot;True&quot; minWidth=&quot;25&quot; minHeight=&quot;25&quot; /&gt;&lt;/SmartSettings&gt;" id="135" name="Google Shape;135;p14"/>
          <p:cNvGrpSpPr/>
          <p:nvPr/>
        </p:nvGrpSpPr>
        <p:grpSpPr>
          <a:xfrm>
            <a:off x="525048" y="1609658"/>
            <a:ext cx="2933383" cy="1940616"/>
            <a:chOff x="1639094" y="1022032"/>
            <a:chExt cx="2933383" cy="2013347"/>
          </a:xfrm>
        </p:grpSpPr>
        <p:sp>
          <p:nvSpPr>
            <p:cNvPr id="136" name="Google Shape;136;p14"/>
            <p:cNvSpPr/>
            <p:nvPr/>
          </p:nvSpPr>
          <p:spPr>
            <a:xfrm>
              <a:off x="1639094" y="1022032"/>
              <a:ext cx="2933383" cy="2013347"/>
            </a:xfrm>
            <a:prstGeom prst="rect">
              <a:avLst/>
            </a:prstGeom>
            <a:solidFill>
              <a:srgbClr val="FFFFFF"/>
            </a:solidFill>
            <a:ln>
              <a:noFill/>
            </a:ln>
            <a:effectLst>
              <a:outerShdw blurRad="63500" rotWithShape="0" algn="ctr">
                <a:srgbClr val="808080">
                  <a:alpha val="50196"/>
                </a:srgbClr>
              </a:outerShdw>
            </a:effectLst>
          </p:spPr>
          <p:txBody>
            <a:bodyPr anchorCtr="0" anchor="t" bIns="36575" lIns="54850" spcFirstLastPara="1" rIns="54850" wrap="square" tIns="36575">
              <a:noAutofit/>
            </a:bodyPr>
            <a:lstStyle/>
            <a:p>
              <a:pPr indent="0" lvl="0" marL="0" marR="0" rtl="0" algn="l">
                <a:spcBef>
                  <a:spcPts val="0"/>
                </a:spcBef>
                <a:spcAft>
                  <a:spcPts val="0"/>
                </a:spcAft>
                <a:buNone/>
              </a:pPr>
              <a:r>
                <a:rPr b="0" i="0" lang="en-US" sz="600" u="none" cap="none" strike="noStrike">
                  <a:solidFill>
                    <a:srgbClr val="333333"/>
                  </a:solidFill>
                  <a:latin typeface="Quattrocento Sans"/>
                  <a:ea typeface="Quattrocento Sans"/>
                  <a:cs typeface="Quattrocento Sans"/>
                  <a:sym typeface="Quattrocento Sans"/>
                </a:rPr>
                <a:t>Title</a:t>
              </a:r>
              <a:endParaRPr/>
            </a:p>
          </p:txBody>
        </p:sp>
        <p:sp>
          <p:nvSpPr>
            <p:cNvPr descr="&lt;SmartSettings&gt;&lt;SmartResize anchorLeft=&quot;Absolute&quot; anchorTop=&quot;Absolute&quot; anchorRight=&quot;None&quot; anchorBottom=&quot;None&quot; /&gt;&lt;/SmartSettings&gt;" id="137" name="Google Shape;137;p14"/>
            <p:cNvSpPr/>
            <p:nvPr/>
          </p:nvSpPr>
          <p:spPr>
            <a:xfrm>
              <a:off x="1696244" y="1179525"/>
              <a:ext cx="261290" cy="798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SUBTITLE</a:t>
              </a:r>
              <a:endParaRPr b="0" i="0" sz="500" u="none" cap="none" strike="noStrike">
                <a:solidFill>
                  <a:schemeClr val="dk1"/>
                </a:solidFill>
                <a:latin typeface="Arial"/>
                <a:ea typeface="Arial"/>
                <a:cs typeface="Arial"/>
                <a:sym typeface="Arial"/>
              </a:endParaRPr>
            </a:p>
          </p:txBody>
        </p:sp>
        <p:cxnSp>
          <p:nvCxnSpPr>
            <p:cNvPr descr="&lt;SmartSettings&gt;&lt;SmartResize anchorLeft=&quot;Relative&quot; anchorTop=&quot;Absolute&quot; anchorRight=&quot;Relative&quot; anchorBottom=&quot;None&quot; /&gt;&lt;/SmartSettings&gt;" id="138" name="Google Shape;138;p14"/>
            <p:cNvCxnSpPr/>
            <p:nvPr/>
          </p:nvCxnSpPr>
          <p:spPr>
            <a:xfrm>
              <a:off x="1639095" y="1312932"/>
              <a:ext cx="2933382" cy="0"/>
            </a:xfrm>
            <a:prstGeom prst="straightConnector1">
              <a:avLst/>
            </a:prstGeom>
            <a:noFill/>
            <a:ln cap="sq" cmpd="sng" w="9525">
              <a:solidFill>
                <a:srgbClr val="D3D3D3"/>
              </a:solidFill>
              <a:prstDash val="solid"/>
              <a:miter lim="8000"/>
              <a:headEnd len="med" w="med" type="none"/>
              <a:tailEnd len="med" w="med" type="none"/>
            </a:ln>
          </p:spPr>
        </p:cxnSp>
        <p:grpSp>
          <p:nvGrpSpPr>
            <p:cNvPr id="139" name="Google Shape;139;p14"/>
            <p:cNvGrpSpPr/>
            <p:nvPr/>
          </p:nvGrpSpPr>
          <p:grpSpPr>
            <a:xfrm>
              <a:off x="2384350" y="1531938"/>
              <a:ext cx="1436687" cy="1371600"/>
              <a:chOff x="5508625" y="1531938"/>
              <a:chExt cx="1436687" cy="1371600"/>
            </a:xfrm>
          </p:grpSpPr>
          <p:sp>
            <p:nvSpPr>
              <p:cNvPr id="140" name="Google Shape;140;p14"/>
              <p:cNvSpPr/>
              <p:nvPr/>
            </p:nvSpPr>
            <p:spPr>
              <a:xfrm>
                <a:off x="6226175" y="1531938"/>
                <a:ext cx="463550" cy="376238"/>
              </a:xfrm>
              <a:custGeom>
                <a:rect b="b" l="l" r="r" t="t"/>
                <a:pathLst>
                  <a:path extrusionOk="0" h="1847" w="2278">
                    <a:moveTo>
                      <a:pt x="0" y="0"/>
                    </a:moveTo>
                    <a:lnTo>
                      <a:pt x="0" y="1278"/>
                    </a:lnTo>
                    <a:cubicBezTo>
                      <a:pt x="537" y="1278"/>
                      <a:pt x="1023" y="1495"/>
                      <a:pt x="1375" y="1847"/>
                    </a:cubicBezTo>
                    <a:lnTo>
                      <a:pt x="2278" y="944"/>
                    </a:lnTo>
                    <a:cubicBezTo>
                      <a:pt x="1674" y="340"/>
                      <a:pt x="854" y="0"/>
                      <a:pt x="0" y="0"/>
                    </a:cubicBezTo>
                    <a:close/>
                  </a:path>
                </a:pathLst>
              </a:custGeom>
              <a:solidFill>
                <a:srgbClr val="5DA1E5"/>
              </a:solidFill>
              <a:ln cap="flat" cmpd="sng" w="11100">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1" name="Google Shape;141;p14"/>
              <p:cNvSpPr/>
              <p:nvPr/>
            </p:nvSpPr>
            <p:spPr>
              <a:xfrm>
                <a:off x="6423025" y="1724025"/>
                <a:ext cx="522287" cy="1030288"/>
              </a:xfrm>
              <a:custGeom>
                <a:rect b="b" l="l" r="r" t="t"/>
                <a:pathLst>
                  <a:path extrusionOk="0" h="5070" w="2565">
                    <a:moveTo>
                      <a:pt x="1306" y="0"/>
                    </a:moveTo>
                    <a:lnTo>
                      <a:pt x="403" y="903"/>
                    </a:lnTo>
                    <a:cubicBezTo>
                      <a:pt x="755" y="1255"/>
                      <a:pt x="973" y="1742"/>
                      <a:pt x="973" y="2279"/>
                    </a:cubicBezTo>
                    <a:cubicBezTo>
                      <a:pt x="973" y="2999"/>
                      <a:pt x="582" y="3628"/>
                      <a:pt x="0" y="3964"/>
                    </a:cubicBezTo>
                    <a:lnTo>
                      <a:pt x="639" y="5070"/>
                    </a:lnTo>
                    <a:cubicBezTo>
                      <a:pt x="883" y="4930"/>
                      <a:pt x="1107" y="4757"/>
                      <a:pt x="1306" y="4558"/>
                    </a:cubicBezTo>
                    <a:cubicBezTo>
                      <a:pt x="2565" y="3299"/>
                      <a:pt x="2565" y="1259"/>
                      <a:pt x="1306" y="0"/>
                    </a:cubicBezTo>
                    <a:close/>
                  </a:path>
                </a:pathLst>
              </a:custGeom>
              <a:solidFill>
                <a:srgbClr val="2B4055"/>
              </a:solidFill>
              <a:ln cap="flat" cmpd="sng" w="11100">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2" name="Google Shape;142;p14"/>
              <p:cNvSpPr/>
              <p:nvPr/>
            </p:nvSpPr>
            <p:spPr>
              <a:xfrm>
                <a:off x="5761038" y="2466975"/>
                <a:ext cx="792162" cy="436563"/>
              </a:xfrm>
              <a:custGeom>
                <a:rect b="b" l="l" r="r" t="t"/>
                <a:pathLst>
                  <a:path extrusionOk="0" h="2145" w="3890">
                    <a:moveTo>
                      <a:pt x="903" y="0"/>
                    </a:moveTo>
                    <a:lnTo>
                      <a:pt x="0" y="903"/>
                    </a:lnTo>
                    <a:cubicBezTo>
                      <a:pt x="1031" y="1935"/>
                      <a:pt x="2627" y="2145"/>
                      <a:pt x="3890" y="1415"/>
                    </a:cubicBezTo>
                    <a:lnTo>
                      <a:pt x="3251" y="309"/>
                    </a:lnTo>
                    <a:cubicBezTo>
                      <a:pt x="2965" y="475"/>
                      <a:pt x="2633" y="571"/>
                      <a:pt x="2279" y="571"/>
                    </a:cubicBezTo>
                    <a:cubicBezTo>
                      <a:pt x="1741" y="571"/>
                      <a:pt x="1255" y="352"/>
                      <a:pt x="903" y="0"/>
                    </a:cubicBezTo>
                    <a:close/>
                  </a:path>
                </a:pathLst>
              </a:custGeom>
              <a:solidFill>
                <a:srgbClr val="10A88E"/>
              </a:solidFill>
              <a:ln cap="flat" cmpd="sng" w="11100">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3" name="Google Shape;143;p14"/>
              <p:cNvSpPr/>
              <p:nvPr/>
            </p:nvSpPr>
            <p:spPr>
              <a:xfrm>
                <a:off x="5508625" y="1860550"/>
                <a:ext cx="436562" cy="790575"/>
              </a:xfrm>
              <a:custGeom>
                <a:rect b="b" l="l" r="r" t="t"/>
                <a:pathLst>
                  <a:path extrusionOk="0" h="3890" w="2145">
                    <a:moveTo>
                      <a:pt x="729" y="0"/>
                    </a:moveTo>
                    <a:cubicBezTo>
                      <a:pt x="0" y="1263"/>
                      <a:pt x="210" y="2859"/>
                      <a:pt x="1242" y="3890"/>
                    </a:cubicBezTo>
                    <a:lnTo>
                      <a:pt x="2145" y="2987"/>
                    </a:lnTo>
                    <a:cubicBezTo>
                      <a:pt x="1793" y="2635"/>
                      <a:pt x="1575" y="2148"/>
                      <a:pt x="1575" y="1611"/>
                    </a:cubicBezTo>
                    <a:cubicBezTo>
                      <a:pt x="1575" y="1256"/>
                      <a:pt x="1670" y="925"/>
                      <a:pt x="1836" y="638"/>
                    </a:cubicBezTo>
                    <a:lnTo>
                      <a:pt x="729" y="0"/>
                    </a:lnTo>
                    <a:close/>
                  </a:path>
                </a:pathLst>
              </a:custGeom>
              <a:solidFill>
                <a:srgbClr val="BB5787"/>
              </a:solidFill>
              <a:ln cap="flat" cmpd="sng" w="11100">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4" name="Google Shape;144;p14"/>
              <p:cNvSpPr/>
              <p:nvPr/>
            </p:nvSpPr>
            <p:spPr>
              <a:xfrm>
                <a:off x="5657850" y="1531938"/>
                <a:ext cx="568325" cy="457200"/>
              </a:xfrm>
              <a:custGeom>
                <a:rect b="b" l="l" r="r" t="t"/>
                <a:pathLst>
                  <a:path extrusionOk="0" h="2250" w="2792">
                    <a:moveTo>
                      <a:pt x="2792" y="0"/>
                    </a:moveTo>
                    <a:cubicBezTo>
                      <a:pt x="1640" y="0"/>
                      <a:pt x="576" y="615"/>
                      <a:pt x="0" y="1612"/>
                    </a:cubicBezTo>
                    <a:lnTo>
                      <a:pt x="1107" y="2250"/>
                    </a:lnTo>
                    <a:cubicBezTo>
                      <a:pt x="1444" y="1669"/>
                      <a:pt x="2072" y="1278"/>
                      <a:pt x="2792" y="1278"/>
                    </a:cubicBezTo>
                    <a:lnTo>
                      <a:pt x="2792" y="0"/>
                    </a:lnTo>
                    <a:close/>
                  </a:path>
                </a:pathLst>
              </a:custGeom>
              <a:solidFill>
                <a:srgbClr val="E1B30B"/>
              </a:solidFill>
              <a:ln cap="flat" cmpd="sng" w="11100">
                <a:solidFill>
                  <a:srgbClr val="FFFFF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nvGrpSpPr>
            <p:cNvPr id="145" name="Google Shape;145;p14"/>
            <p:cNvGrpSpPr/>
            <p:nvPr/>
          </p:nvGrpSpPr>
          <p:grpSpPr>
            <a:xfrm>
              <a:off x="1943025" y="1477170"/>
              <a:ext cx="2325521" cy="1423142"/>
              <a:chOff x="5067300" y="1477170"/>
              <a:chExt cx="2325521" cy="1423142"/>
            </a:xfrm>
          </p:grpSpPr>
          <p:sp>
            <p:nvSpPr>
              <p:cNvPr id="146" name="Google Shape;146;p14"/>
              <p:cNvSpPr/>
              <p:nvPr/>
            </p:nvSpPr>
            <p:spPr>
              <a:xfrm>
                <a:off x="5273676" y="1540668"/>
                <a:ext cx="306174"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Category E</a:t>
                </a:r>
                <a:endParaRPr b="0" i="0" sz="500" u="none" cap="none" strike="noStrike">
                  <a:solidFill>
                    <a:srgbClr val="777777"/>
                  </a:solidFill>
                  <a:latin typeface="Arial"/>
                  <a:ea typeface="Arial"/>
                  <a:cs typeface="Arial"/>
                  <a:sym typeface="Arial"/>
                </a:endParaRPr>
              </a:p>
            </p:txBody>
          </p:sp>
          <p:sp>
            <p:nvSpPr>
              <p:cNvPr id="147" name="Google Shape;147;p14"/>
              <p:cNvSpPr/>
              <p:nvPr/>
            </p:nvSpPr>
            <p:spPr>
              <a:xfrm>
                <a:off x="5067300" y="2276475"/>
                <a:ext cx="318998"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Category D</a:t>
                </a:r>
                <a:endParaRPr b="0" i="0" sz="500" u="none" cap="none" strike="noStrike">
                  <a:solidFill>
                    <a:srgbClr val="777777"/>
                  </a:solidFill>
                  <a:latin typeface="Arial"/>
                  <a:ea typeface="Arial"/>
                  <a:cs typeface="Arial"/>
                  <a:sym typeface="Arial"/>
                </a:endParaRPr>
              </a:p>
            </p:txBody>
          </p:sp>
          <p:sp>
            <p:nvSpPr>
              <p:cNvPr id="148" name="Google Shape;148;p14"/>
              <p:cNvSpPr/>
              <p:nvPr/>
            </p:nvSpPr>
            <p:spPr>
              <a:xfrm>
                <a:off x="5394325" y="2823368"/>
                <a:ext cx="314189"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Category C</a:t>
                </a:r>
                <a:endParaRPr b="0" i="0" sz="500" u="none" cap="none" strike="noStrike">
                  <a:solidFill>
                    <a:srgbClr val="777777"/>
                  </a:solidFill>
                  <a:latin typeface="Arial"/>
                  <a:ea typeface="Arial"/>
                  <a:cs typeface="Arial"/>
                  <a:sym typeface="Arial"/>
                </a:endParaRPr>
              </a:p>
            </p:txBody>
          </p:sp>
          <p:sp>
            <p:nvSpPr>
              <p:cNvPr id="149" name="Google Shape;149;p14"/>
              <p:cNvSpPr/>
              <p:nvPr/>
            </p:nvSpPr>
            <p:spPr>
              <a:xfrm>
                <a:off x="7081838" y="2272505"/>
                <a:ext cx="310983"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Category B</a:t>
                </a:r>
                <a:endParaRPr b="0" i="0" sz="500" u="none" cap="none" strike="noStrike">
                  <a:solidFill>
                    <a:srgbClr val="777777"/>
                  </a:solidFill>
                  <a:latin typeface="Arial"/>
                  <a:ea typeface="Arial"/>
                  <a:cs typeface="Arial"/>
                  <a:sym typeface="Arial"/>
                </a:endParaRPr>
              </a:p>
            </p:txBody>
          </p:sp>
          <p:sp>
            <p:nvSpPr>
              <p:cNvPr id="150" name="Google Shape;150;p14"/>
              <p:cNvSpPr/>
              <p:nvPr/>
            </p:nvSpPr>
            <p:spPr>
              <a:xfrm>
                <a:off x="6879431" y="1477170"/>
                <a:ext cx="315792"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Category A</a:t>
                </a:r>
                <a:endParaRPr b="0" i="0" sz="500" u="none" cap="none" strike="noStrike">
                  <a:solidFill>
                    <a:srgbClr val="777777"/>
                  </a:solidFill>
                  <a:latin typeface="Arial"/>
                  <a:ea typeface="Arial"/>
                  <a:cs typeface="Arial"/>
                  <a:sym typeface="Arial"/>
                </a:endParaRPr>
              </a:p>
            </p:txBody>
          </p:sp>
          <p:sp>
            <p:nvSpPr>
              <p:cNvPr id="151" name="Google Shape;151;p14"/>
              <p:cNvSpPr/>
              <p:nvPr/>
            </p:nvSpPr>
            <p:spPr>
              <a:xfrm>
                <a:off x="6491288" y="1516063"/>
                <a:ext cx="371475" cy="46038"/>
              </a:xfrm>
              <a:custGeom>
                <a:rect b="b" l="l" r="r" t="t"/>
                <a:pathLst>
                  <a:path extrusionOk="0" h="228" w="1832">
                    <a:moveTo>
                      <a:pt x="0" y="228"/>
                    </a:moveTo>
                    <a:lnTo>
                      <a:pt x="149" y="0"/>
                    </a:lnTo>
                    <a:lnTo>
                      <a:pt x="1832" y="0"/>
                    </a:lnTo>
                  </a:path>
                </a:pathLst>
              </a:custGeom>
              <a:noFill/>
              <a:ln cap="flat" cmpd="sng" w="9525">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2" name="Google Shape;152;p14"/>
              <p:cNvSpPr/>
              <p:nvPr/>
            </p:nvSpPr>
            <p:spPr>
              <a:xfrm>
                <a:off x="6878638" y="2293938"/>
                <a:ext cx="182562" cy="19050"/>
              </a:xfrm>
              <a:custGeom>
                <a:rect b="b" l="l" r="r" t="t"/>
                <a:pathLst>
                  <a:path extrusionOk="0" h="92" w="894">
                    <a:moveTo>
                      <a:pt x="0" y="0"/>
                    </a:moveTo>
                    <a:lnTo>
                      <a:pt x="317" y="92"/>
                    </a:lnTo>
                    <a:lnTo>
                      <a:pt x="894" y="92"/>
                    </a:lnTo>
                  </a:path>
                </a:pathLst>
              </a:custGeom>
              <a:noFill/>
              <a:ln cap="flat" cmpd="sng" w="9525">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3" name="Google Shape;153;p14"/>
              <p:cNvSpPr/>
              <p:nvPr/>
            </p:nvSpPr>
            <p:spPr>
              <a:xfrm>
                <a:off x="5721350" y="2816225"/>
                <a:ext cx="284162" cy="42863"/>
              </a:xfrm>
              <a:custGeom>
                <a:rect b="b" l="l" r="r" t="t"/>
                <a:pathLst>
                  <a:path extrusionOk="0" h="210" w="1396">
                    <a:moveTo>
                      <a:pt x="1396" y="0"/>
                    </a:moveTo>
                    <a:lnTo>
                      <a:pt x="1227" y="210"/>
                    </a:lnTo>
                    <a:lnTo>
                      <a:pt x="0" y="210"/>
                    </a:lnTo>
                  </a:path>
                </a:pathLst>
              </a:custGeom>
              <a:noFill/>
              <a:ln cap="flat" cmpd="sng" w="9525">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4" name="Google Shape;154;p14"/>
              <p:cNvSpPr/>
              <p:nvPr/>
            </p:nvSpPr>
            <p:spPr>
              <a:xfrm>
                <a:off x="5402263" y="2295525"/>
                <a:ext cx="152400" cy="20638"/>
              </a:xfrm>
              <a:custGeom>
                <a:rect b="b" l="l" r="r" t="t"/>
                <a:pathLst>
                  <a:path extrusionOk="0" h="100" w="748">
                    <a:moveTo>
                      <a:pt x="748" y="0"/>
                    </a:moveTo>
                    <a:lnTo>
                      <a:pt x="469" y="100"/>
                    </a:lnTo>
                    <a:lnTo>
                      <a:pt x="0" y="100"/>
                    </a:lnTo>
                  </a:path>
                </a:pathLst>
              </a:custGeom>
              <a:noFill/>
              <a:ln cap="flat" cmpd="sng" w="9525">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5" name="Google Shape;155;p14"/>
              <p:cNvSpPr/>
              <p:nvPr/>
            </p:nvSpPr>
            <p:spPr>
              <a:xfrm>
                <a:off x="5592763" y="1581150"/>
                <a:ext cx="284162" cy="42863"/>
              </a:xfrm>
              <a:custGeom>
                <a:rect b="b" l="l" r="r" t="t"/>
                <a:pathLst>
                  <a:path extrusionOk="0" h="209" w="1397">
                    <a:moveTo>
                      <a:pt x="1397" y="209"/>
                    </a:moveTo>
                    <a:lnTo>
                      <a:pt x="1197" y="0"/>
                    </a:lnTo>
                    <a:lnTo>
                      <a:pt x="0" y="0"/>
                    </a:lnTo>
                  </a:path>
                </a:pathLst>
              </a:custGeom>
              <a:noFill/>
              <a:ln cap="flat" cmpd="sng" w="9525">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grpSp>
        <p:nvGrpSpPr>
          <p:cNvPr descr="&lt;SmartSettings&gt;&lt;SmartResize enabled=&quot;True&quot; minWidth=&quot;25&quot; minHeight=&quot;25&quot; /&gt;&lt;/SmartSettings&gt;" id="156" name="Google Shape;156;p14"/>
          <p:cNvGrpSpPr/>
          <p:nvPr/>
        </p:nvGrpSpPr>
        <p:grpSpPr>
          <a:xfrm>
            <a:off x="2408516" y="2988857"/>
            <a:ext cx="2933383" cy="2013347"/>
            <a:chOff x="1639094" y="1022032"/>
            <a:chExt cx="2933383" cy="2013347"/>
          </a:xfrm>
        </p:grpSpPr>
        <p:sp>
          <p:nvSpPr>
            <p:cNvPr id="157" name="Google Shape;157;p14"/>
            <p:cNvSpPr/>
            <p:nvPr/>
          </p:nvSpPr>
          <p:spPr>
            <a:xfrm>
              <a:off x="1639094" y="1022032"/>
              <a:ext cx="2933383" cy="2013347"/>
            </a:xfrm>
            <a:prstGeom prst="rect">
              <a:avLst/>
            </a:prstGeom>
            <a:solidFill>
              <a:srgbClr val="FFFFFF"/>
            </a:solidFill>
            <a:ln>
              <a:noFill/>
            </a:ln>
            <a:effectLst>
              <a:outerShdw blurRad="63500" rotWithShape="0" algn="ctr">
                <a:srgbClr val="808080">
                  <a:alpha val="50196"/>
                </a:srgbClr>
              </a:outerShdw>
            </a:effectLst>
          </p:spPr>
          <p:txBody>
            <a:bodyPr anchorCtr="0" anchor="t" bIns="36575" lIns="54850" spcFirstLastPara="1" rIns="54850" wrap="square" tIns="36575">
              <a:noAutofit/>
            </a:bodyPr>
            <a:lstStyle/>
            <a:p>
              <a:pPr indent="0" lvl="0" marL="0" marR="0" rtl="0" algn="l">
                <a:spcBef>
                  <a:spcPts val="0"/>
                </a:spcBef>
                <a:spcAft>
                  <a:spcPts val="0"/>
                </a:spcAft>
                <a:buNone/>
              </a:pPr>
              <a:r>
                <a:rPr b="0" i="0" lang="en-US" sz="600" u="none" cap="none" strike="noStrike">
                  <a:solidFill>
                    <a:srgbClr val="333333"/>
                  </a:solidFill>
                  <a:latin typeface="Quattrocento Sans"/>
                  <a:ea typeface="Quattrocento Sans"/>
                  <a:cs typeface="Quattrocento Sans"/>
                  <a:sym typeface="Quattrocento Sans"/>
                </a:rPr>
                <a:t>Title</a:t>
              </a:r>
              <a:endParaRPr/>
            </a:p>
          </p:txBody>
        </p:sp>
        <p:sp>
          <p:nvSpPr>
            <p:cNvPr descr="&lt;SmartSettings&gt;&lt;SmartResize anchorLeft=&quot;Absolute&quot; anchorTop=&quot;Absolute&quot; anchorRight=&quot;None&quot; anchorBottom=&quot;None&quot; /&gt;&lt;/SmartSettings&gt;" id="158" name="Google Shape;158;p14"/>
            <p:cNvSpPr/>
            <p:nvPr/>
          </p:nvSpPr>
          <p:spPr>
            <a:xfrm>
              <a:off x="1696244" y="1173836"/>
              <a:ext cx="261290" cy="769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SUBTITLE</a:t>
              </a:r>
              <a:endParaRPr b="0" i="0" sz="500" u="none" cap="none" strike="noStrike">
                <a:solidFill>
                  <a:schemeClr val="dk1"/>
                </a:solidFill>
                <a:latin typeface="Arial"/>
                <a:ea typeface="Arial"/>
                <a:cs typeface="Arial"/>
                <a:sym typeface="Arial"/>
              </a:endParaRPr>
            </a:p>
          </p:txBody>
        </p:sp>
        <p:cxnSp>
          <p:nvCxnSpPr>
            <p:cNvPr descr="&lt;SmartSettings&gt;&lt;SmartResize anchorLeft=&quot;Relative&quot; anchorTop=&quot;Absolute&quot; anchorRight=&quot;Relative&quot; anchorBottom=&quot;None&quot; /&gt;&lt;/SmartSettings&gt;" id="159" name="Google Shape;159;p14"/>
            <p:cNvCxnSpPr/>
            <p:nvPr/>
          </p:nvCxnSpPr>
          <p:spPr>
            <a:xfrm>
              <a:off x="1639095" y="1302423"/>
              <a:ext cx="2933382" cy="0"/>
            </a:xfrm>
            <a:prstGeom prst="straightConnector1">
              <a:avLst/>
            </a:prstGeom>
            <a:noFill/>
            <a:ln cap="sq" cmpd="sng" w="9525">
              <a:solidFill>
                <a:srgbClr val="D3D3D3"/>
              </a:solidFill>
              <a:prstDash val="solid"/>
              <a:miter lim="8000"/>
              <a:headEnd len="med" w="med" type="none"/>
              <a:tailEnd len="med" w="med" type="none"/>
            </a:ln>
          </p:spPr>
        </p:cxnSp>
        <p:grpSp>
          <p:nvGrpSpPr>
            <p:cNvPr id="160" name="Google Shape;160;p14"/>
            <p:cNvGrpSpPr/>
            <p:nvPr/>
          </p:nvGrpSpPr>
          <p:grpSpPr>
            <a:xfrm>
              <a:off x="1942306" y="1558925"/>
              <a:ext cx="2497137" cy="1204913"/>
              <a:chOff x="5391150" y="1558925"/>
              <a:chExt cx="2497137" cy="1204913"/>
            </a:xfrm>
          </p:grpSpPr>
          <p:cxnSp>
            <p:nvCxnSpPr>
              <p:cNvPr id="161" name="Google Shape;161;p14"/>
              <p:cNvCxnSpPr/>
              <p:nvPr/>
            </p:nvCxnSpPr>
            <p:spPr>
              <a:xfrm>
                <a:off x="5391150" y="1558925"/>
                <a:ext cx="2497137" cy="0"/>
              </a:xfrm>
              <a:prstGeom prst="straightConnector1">
                <a:avLst/>
              </a:prstGeom>
              <a:noFill/>
              <a:ln cap="sq" cmpd="sng" w="9525">
                <a:solidFill>
                  <a:srgbClr val="DCDCDC"/>
                </a:solidFill>
                <a:prstDash val="solid"/>
                <a:miter lim="8000"/>
                <a:headEnd len="med" w="med" type="none"/>
                <a:tailEnd len="med" w="med" type="none"/>
              </a:ln>
            </p:spPr>
          </p:cxnSp>
          <p:cxnSp>
            <p:nvCxnSpPr>
              <p:cNvPr id="162" name="Google Shape;162;p14"/>
              <p:cNvCxnSpPr/>
              <p:nvPr/>
            </p:nvCxnSpPr>
            <p:spPr>
              <a:xfrm>
                <a:off x="5391150" y="1800225"/>
                <a:ext cx="2497137" cy="0"/>
              </a:xfrm>
              <a:prstGeom prst="straightConnector1">
                <a:avLst/>
              </a:prstGeom>
              <a:noFill/>
              <a:ln cap="sq" cmpd="sng" w="9525">
                <a:solidFill>
                  <a:srgbClr val="DCDCDC"/>
                </a:solidFill>
                <a:prstDash val="solid"/>
                <a:miter lim="8000"/>
                <a:headEnd len="med" w="med" type="none"/>
                <a:tailEnd len="med" w="med" type="none"/>
              </a:ln>
            </p:spPr>
          </p:cxnSp>
          <p:cxnSp>
            <p:nvCxnSpPr>
              <p:cNvPr id="163" name="Google Shape;163;p14"/>
              <p:cNvCxnSpPr/>
              <p:nvPr/>
            </p:nvCxnSpPr>
            <p:spPr>
              <a:xfrm>
                <a:off x="5391150" y="2039938"/>
                <a:ext cx="2497137" cy="0"/>
              </a:xfrm>
              <a:prstGeom prst="straightConnector1">
                <a:avLst/>
              </a:prstGeom>
              <a:noFill/>
              <a:ln cap="sq" cmpd="sng" w="9525">
                <a:solidFill>
                  <a:srgbClr val="DCDCDC"/>
                </a:solidFill>
                <a:prstDash val="solid"/>
                <a:miter lim="8000"/>
                <a:headEnd len="med" w="med" type="none"/>
                <a:tailEnd len="med" w="med" type="none"/>
              </a:ln>
            </p:spPr>
          </p:cxnSp>
          <p:cxnSp>
            <p:nvCxnSpPr>
              <p:cNvPr id="164" name="Google Shape;164;p14"/>
              <p:cNvCxnSpPr/>
              <p:nvPr/>
            </p:nvCxnSpPr>
            <p:spPr>
              <a:xfrm>
                <a:off x="5391150" y="2281238"/>
                <a:ext cx="2497137" cy="0"/>
              </a:xfrm>
              <a:prstGeom prst="straightConnector1">
                <a:avLst/>
              </a:prstGeom>
              <a:noFill/>
              <a:ln cap="sq" cmpd="sng" w="9525">
                <a:solidFill>
                  <a:srgbClr val="DCDCDC"/>
                </a:solidFill>
                <a:prstDash val="solid"/>
                <a:miter lim="8000"/>
                <a:headEnd len="med" w="med" type="none"/>
                <a:tailEnd len="med" w="med" type="none"/>
              </a:ln>
            </p:spPr>
          </p:cxnSp>
          <p:cxnSp>
            <p:nvCxnSpPr>
              <p:cNvPr id="165" name="Google Shape;165;p14"/>
              <p:cNvCxnSpPr/>
              <p:nvPr/>
            </p:nvCxnSpPr>
            <p:spPr>
              <a:xfrm>
                <a:off x="5391150" y="2522538"/>
                <a:ext cx="2497137" cy="0"/>
              </a:xfrm>
              <a:prstGeom prst="straightConnector1">
                <a:avLst/>
              </a:prstGeom>
              <a:noFill/>
              <a:ln cap="sq" cmpd="sng" w="9525">
                <a:solidFill>
                  <a:srgbClr val="DCDCDC"/>
                </a:solidFill>
                <a:prstDash val="solid"/>
                <a:miter lim="8000"/>
                <a:headEnd len="med" w="med" type="none"/>
                <a:tailEnd len="med" w="med" type="none"/>
              </a:ln>
            </p:spPr>
          </p:cxnSp>
          <p:cxnSp>
            <p:nvCxnSpPr>
              <p:cNvPr id="166" name="Google Shape;166;p14"/>
              <p:cNvCxnSpPr/>
              <p:nvPr/>
            </p:nvCxnSpPr>
            <p:spPr>
              <a:xfrm>
                <a:off x="5391150" y="2763838"/>
                <a:ext cx="2497137" cy="0"/>
              </a:xfrm>
              <a:prstGeom prst="straightConnector1">
                <a:avLst/>
              </a:prstGeom>
              <a:noFill/>
              <a:ln cap="sq" cmpd="sng" w="9525">
                <a:solidFill>
                  <a:srgbClr val="DCDCDC"/>
                </a:solidFill>
                <a:prstDash val="solid"/>
                <a:miter lim="8000"/>
                <a:headEnd len="med" w="med" type="none"/>
                <a:tailEnd len="med" w="med" type="none"/>
              </a:ln>
            </p:spPr>
          </p:cxnSp>
          <p:cxnSp>
            <p:nvCxnSpPr>
              <p:cNvPr id="167" name="Google Shape;167;p14"/>
              <p:cNvCxnSpPr/>
              <p:nvPr/>
            </p:nvCxnSpPr>
            <p:spPr>
              <a:xfrm>
                <a:off x="5391150" y="1558925"/>
                <a:ext cx="0" cy="1204913"/>
              </a:xfrm>
              <a:prstGeom prst="straightConnector1">
                <a:avLst/>
              </a:prstGeom>
              <a:noFill/>
              <a:ln cap="sq" cmpd="sng" w="9525">
                <a:solidFill>
                  <a:srgbClr val="DCDCDC"/>
                </a:solidFill>
                <a:prstDash val="solid"/>
                <a:miter lim="8000"/>
                <a:headEnd len="med" w="med" type="none"/>
                <a:tailEnd len="med" w="med" type="none"/>
              </a:ln>
            </p:spPr>
          </p:cxnSp>
          <p:cxnSp>
            <p:nvCxnSpPr>
              <p:cNvPr id="168" name="Google Shape;168;p14"/>
              <p:cNvCxnSpPr/>
              <p:nvPr/>
            </p:nvCxnSpPr>
            <p:spPr>
              <a:xfrm>
                <a:off x="5891213" y="1558925"/>
                <a:ext cx="0" cy="1204913"/>
              </a:xfrm>
              <a:prstGeom prst="straightConnector1">
                <a:avLst/>
              </a:prstGeom>
              <a:noFill/>
              <a:ln cap="sq" cmpd="sng" w="9525">
                <a:solidFill>
                  <a:srgbClr val="DCDCDC"/>
                </a:solidFill>
                <a:prstDash val="solid"/>
                <a:miter lim="8000"/>
                <a:headEnd len="med" w="med" type="none"/>
                <a:tailEnd len="med" w="med" type="none"/>
              </a:ln>
            </p:spPr>
          </p:cxnSp>
          <p:cxnSp>
            <p:nvCxnSpPr>
              <p:cNvPr id="169" name="Google Shape;169;p14"/>
              <p:cNvCxnSpPr/>
              <p:nvPr/>
            </p:nvCxnSpPr>
            <p:spPr>
              <a:xfrm>
                <a:off x="6389688" y="1558925"/>
                <a:ext cx="0" cy="1204913"/>
              </a:xfrm>
              <a:prstGeom prst="straightConnector1">
                <a:avLst/>
              </a:prstGeom>
              <a:noFill/>
              <a:ln cap="sq" cmpd="sng" w="9525">
                <a:solidFill>
                  <a:srgbClr val="DCDCDC"/>
                </a:solidFill>
                <a:prstDash val="solid"/>
                <a:miter lim="8000"/>
                <a:headEnd len="med" w="med" type="none"/>
                <a:tailEnd len="med" w="med" type="none"/>
              </a:ln>
            </p:spPr>
          </p:cxnSp>
          <p:cxnSp>
            <p:nvCxnSpPr>
              <p:cNvPr id="170" name="Google Shape;170;p14"/>
              <p:cNvCxnSpPr/>
              <p:nvPr/>
            </p:nvCxnSpPr>
            <p:spPr>
              <a:xfrm>
                <a:off x="6889750" y="1558925"/>
                <a:ext cx="0" cy="1204913"/>
              </a:xfrm>
              <a:prstGeom prst="straightConnector1">
                <a:avLst/>
              </a:prstGeom>
              <a:noFill/>
              <a:ln cap="sq" cmpd="sng" w="9525">
                <a:solidFill>
                  <a:srgbClr val="DCDCDC"/>
                </a:solidFill>
                <a:prstDash val="solid"/>
                <a:miter lim="8000"/>
                <a:headEnd len="med" w="med" type="none"/>
                <a:tailEnd len="med" w="med" type="none"/>
              </a:ln>
            </p:spPr>
          </p:cxnSp>
          <p:cxnSp>
            <p:nvCxnSpPr>
              <p:cNvPr id="171" name="Google Shape;171;p14"/>
              <p:cNvCxnSpPr/>
              <p:nvPr/>
            </p:nvCxnSpPr>
            <p:spPr>
              <a:xfrm>
                <a:off x="7389813" y="1558925"/>
                <a:ext cx="0" cy="1204913"/>
              </a:xfrm>
              <a:prstGeom prst="straightConnector1">
                <a:avLst/>
              </a:prstGeom>
              <a:noFill/>
              <a:ln cap="sq" cmpd="sng" w="9525">
                <a:solidFill>
                  <a:srgbClr val="DCDCDC"/>
                </a:solidFill>
                <a:prstDash val="solid"/>
                <a:miter lim="8000"/>
                <a:headEnd len="med" w="med" type="none"/>
                <a:tailEnd len="med" w="med" type="none"/>
              </a:ln>
            </p:spPr>
          </p:cxnSp>
        </p:grpSp>
        <p:cxnSp>
          <p:nvCxnSpPr>
            <p:cNvPr id="172" name="Google Shape;172;p14"/>
            <p:cNvCxnSpPr/>
            <p:nvPr/>
          </p:nvCxnSpPr>
          <p:spPr>
            <a:xfrm>
              <a:off x="4439444" y="1558925"/>
              <a:ext cx="0" cy="1204913"/>
            </a:xfrm>
            <a:prstGeom prst="straightConnector1">
              <a:avLst/>
            </a:prstGeom>
            <a:noFill/>
            <a:ln cap="sq" cmpd="sng" w="9525">
              <a:solidFill>
                <a:srgbClr val="DCDCDC"/>
              </a:solidFill>
              <a:prstDash val="solid"/>
              <a:miter lim="8000"/>
              <a:headEnd len="med" w="med" type="none"/>
              <a:tailEnd len="med" w="med" type="none"/>
            </a:ln>
          </p:spPr>
        </p:cxnSp>
        <p:grpSp>
          <p:nvGrpSpPr>
            <p:cNvPr id="173" name="Google Shape;173;p14"/>
            <p:cNvGrpSpPr/>
            <p:nvPr/>
          </p:nvGrpSpPr>
          <p:grpSpPr>
            <a:xfrm>
              <a:off x="1931194" y="2786064"/>
              <a:ext cx="2543857" cy="186480"/>
              <a:chOff x="5380038" y="2786064"/>
              <a:chExt cx="2543857" cy="186480"/>
            </a:xfrm>
          </p:grpSpPr>
          <p:sp>
            <p:nvSpPr>
              <p:cNvPr id="174" name="Google Shape;174;p14"/>
              <p:cNvSpPr/>
              <p:nvPr/>
            </p:nvSpPr>
            <p:spPr>
              <a:xfrm>
                <a:off x="5380038" y="2786064"/>
                <a:ext cx="35266" cy="769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0</a:t>
                </a:r>
                <a:endParaRPr/>
              </a:p>
            </p:txBody>
          </p:sp>
          <p:sp>
            <p:nvSpPr>
              <p:cNvPr id="175" name="Google Shape;175;p14"/>
              <p:cNvSpPr/>
              <p:nvPr/>
            </p:nvSpPr>
            <p:spPr>
              <a:xfrm>
                <a:off x="5856288" y="2786064"/>
                <a:ext cx="70532" cy="769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10</a:t>
                </a:r>
                <a:endParaRPr/>
              </a:p>
            </p:txBody>
          </p:sp>
          <p:sp>
            <p:nvSpPr>
              <p:cNvPr id="176" name="Google Shape;176;p14"/>
              <p:cNvSpPr/>
              <p:nvPr/>
            </p:nvSpPr>
            <p:spPr>
              <a:xfrm>
                <a:off x="6357144" y="2786064"/>
                <a:ext cx="70532" cy="769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20</a:t>
                </a:r>
                <a:endParaRPr/>
              </a:p>
            </p:txBody>
          </p:sp>
          <p:sp>
            <p:nvSpPr>
              <p:cNvPr id="177" name="Google Shape;177;p14"/>
              <p:cNvSpPr/>
              <p:nvPr/>
            </p:nvSpPr>
            <p:spPr>
              <a:xfrm>
                <a:off x="6854825" y="2786064"/>
                <a:ext cx="70532" cy="769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30</a:t>
                </a:r>
                <a:endParaRPr/>
              </a:p>
            </p:txBody>
          </p:sp>
          <p:sp>
            <p:nvSpPr>
              <p:cNvPr id="178" name="Google Shape;178;p14"/>
              <p:cNvSpPr/>
              <p:nvPr/>
            </p:nvSpPr>
            <p:spPr>
              <a:xfrm>
                <a:off x="7353300" y="2786064"/>
                <a:ext cx="70532" cy="769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40</a:t>
                </a:r>
                <a:endParaRPr/>
              </a:p>
            </p:txBody>
          </p:sp>
          <p:sp>
            <p:nvSpPr>
              <p:cNvPr id="179" name="Google Shape;179;p14"/>
              <p:cNvSpPr/>
              <p:nvPr/>
            </p:nvSpPr>
            <p:spPr>
              <a:xfrm>
                <a:off x="7853363" y="2786064"/>
                <a:ext cx="70532" cy="769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50</a:t>
                </a:r>
                <a:endParaRPr/>
              </a:p>
            </p:txBody>
          </p:sp>
          <p:sp>
            <p:nvSpPr>
              <p:cNvPr id="180" name="Google Shape;180;p14"/>
              <p:cNvSpPr/>
              <p:nvPr/>
            </p:nvSpPr>
            <p:spPr>
              <a:xfrm>
                <a:off x="6554759" y="2895600"/>
                <a:ext cx="169918" cy="769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Axis X</a:t>
                </a:r>
                <a:endParaRPr/>
              </a:p>
            </p:txBody>
          </p:sp>
        </p:grpSp>
        <p:grpSp>
          <p:nvGrpSpPr>
            <p:cNvPr id="181" name="Google Shape;181;p14"/>
            <p:cNvGrpSpPr/>
            <p:nvPr/>
          </p:nvGrpSpPr>
          <p:grpSpPr>
            <a:xfrm>
              <a:off x="1706191" y="1522412"/>
              <a:ext cx="206635" cy="1259632"/>
              <a:chOff x="5155035" y="1522412"/>
              <a:chExt cx="206635" cy="1259632"/>
            </a:xfrm>
          </p:grpSpPr>
          <p:sp>
            <p:nvSpPr>
              <p:cNvPr id="182" name="Google Shape;182;p14"/>
              <p:cNvSpPr/>
              <p:nvPr/>
            </p:nvSpPr>
            <p:spPr>
              <a:xfrm>
                <a:off x="5326404" y="2705100"/>
                <a:ext cx="35266"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0</a:t>
                </a:r>
                <a:endParaRPr/>
              </a:p>
            </p:txBody>
          </p:sp>
          <p:sp>
            <p:nvSpPr>
              <p:cNvPr id="183" name="Google Shape;183;p14"/>
              <p:cNvSpPr/>
              <p:nvPr/>
            </p:nvSpPr>
            <p:spPr>
              <a:xfrm>
                <a:off x="5326404" y="2482056"/>
                <a:ext cx="35266"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5</a:t>
                </a:r>
                <a:endParaRPr/>
              </a:p>
            </p:txBody>
          </p:sp>
          <p:sp>
            <p:nvSpPr>
              <p:cNvPr id="184" name="Google Shape;184;p14"/>
              <p:cNvSpPr/>
              <p:nvPr/>
            </p:nvSpPr>
            <p:spPr>
              <a:xfrm>
                <a:off x="5291138" y="2244724"/>
                <a:ext cx="70532"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10</a:t>
                </a:r>
                <a:endParaRPr/>
              </a:p>
            </p:txBody>
          </p:sp>
          <p:sp>
            <p:nvSpPr>
              <p:cNvPr id="185" name="Google Shape;185;p14"/>
              <p:cNvSpPr/>
              <p:nvPr/>
            </p:nvSpPr>
            <p:spPr>
              <a:xfrm>
                <a:off x="5291138" y="2001043"/>
                <a:ext cx="70532"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15</a:t>
                </a:r>
                <a:endParaRPr/>
              </a:p>
            </p:txBody>
          </p:sp>
          <p:sp>
            <p:nvSpPr>
              <p:cNvPr id="186" name="Google Shape;186;p14"/>
              <p:cNvSpPr/>
              <p:nvPr/>
            </p:nvSpPr>
            <p:spPr>
              <a:xfrm>
                <a:off x="5291138" y="1759743"/>
                <a:ext cx="70532"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20</a:t>
                </a:r>
                <a:endParaRPr/>
              </a:p>
            </p:txBody>
          </p:sp>
          <p:sp>
            <p:nvSpPr>
              <p:cNvPr id="187" name="Google Shape;187;p14"/>
              <p:cNvSpPr/>
              <p:nvPr/>
            </p:nvSpPr>
            <p:spPr>
              <a:xfrm>
                <a:off x="5291138" y="1522412"/>
                <a:ext cx="70532" cy="769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25</a:t>
                </a:r>
                <a:endParaRPr/>
              </a:p>
            </p:txBody>
          </p:sp>
          <p:sp>
            <p:nvSpPr>
              <p:cNvPr id="188" name="Google Shape;188;p14"/>
              <p:cNvSpPr/>
              <p:nvPr/>
            </p:nvSpPr>
            <p:spPr>
              <a:xfrm rot="-5400000">
                <a:off x="5110151" y="2122909"/>
                <a:ext cx="166712" cy="7694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Axis Y</a:t>
                </a:r>
                <a:endParaRPr/>
              </a:p>
            </p:txBody>
          </p:sp>
        </p:grpSp>
        <p:grpSp>
          <p:nvGrpSpPr>
            <p:cNvPr id="189" name="Google Shape;189;p14"/>
            <p:cNvGrpSpPr/>
            <p:nvPr/>
          </p:nvGrpSpPr>
          <p:grpSpPr>
            <a:xfrm>
              <a:off x="2104233" y="1555750"/>
              <a:ext cx="2338385" cy="1211263"/>
              <a:chOff x="5553077" y="1555750"/>
              <a:chExt cx="2338385" cy="1211263"/>
            </a:xfrm>
          </p:grpSpPr>
          <p:sp>
            <p:nvSpPr>
              <p:cNvPr id="190" name="Google Shape;190;p14"/>
              <p:cNvSpPr/>
              <p:nvPr/>
            </p:nvSpPr>
            <p:spPr>
              <a:xfrm>
                <a:off x="7642225" y="1652588"/>
                <a:ext cx="249237" cy="311150"/>
              </a:xfrm>
              <a:custGeom>
                <a:rect b="b" l="l" r="r" t="t"/>
                <a:pathLst>
                  <a:path extrusionOk="0" h="1524" w="1228">
                    <a:moveTo>
                      <a:pt x="762" y="0"/>
                    </a:moveTo>
                    <a:cubicBezTo>
                      <a:pt x="342" y="0"/>
                      <a:pt x="0" y="342"/>
                      <a:pt x="0" y="762"/>
                    </a:cubicBezTo>
                    <a:cubicBezTo>
                      <a:pt x="0" y="1183"/>
                      <a:pt x="342" y="1524"/>
                      <a:pt x="762" y="1524"/>
                    </a:cubicBezTo>
                    <a:cubicBezTo>
                      <a:pt x="938" y="1524"/>
                      <a:pt x="1099" y="1465"/>
                      <a:pt x="1228" y="1366"/>
                    </a:cubicBezTo>
                    <a:lnTo>
                      <a:pt x="1228" y="159"/>
                    </a:lnTo>
                    <a:cubicBezTo>
                      <a:pt x="1099" y="60"/>
                      <a:pt x="938" y="0"/>
                      <a:pt x="762" y="0"/>
                    </a:cubicBezTo>
                    <a:close/>
                  </a:path>
                </a:pathLst>
              </a:custGeom>
              <a:solidFill>
                <a:srgbClr val="5E6D7B">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1" name="Google Shape;191;p14"/>
              <p:cNvSpPr/>
              <p:nvPr/>
            </p:nvSpPr>
            <p:spPr>
              <a:xfrm>
                <a:off x="6548438" y="1555750"/>
                <a:ext cx="384175" cy="263525"/>
              </a:xfrm>
              <a:custGeom>
                <a:rect b="b" l="l" r="r" t="t"/>
                <a:pathLst>
                  <a:path extrusionOk="0" h="1298" w="1891">
                    <a:moveTo>
                      <a:pt x="68" y="0"/>
                    </a:moveTo>
                    <a:cubicBezTo>
                      <a:pt x="24" y="109"/>
                      <a:pt x="0" y="228"/>
                      <a:pt x="0" y="352"/>
                    </a:cubicBezTo>
                    <a:cubicBezTo>
                      <a:pt x="0" y="875"/>
                      <a:pt x="423" y="1298"/>
                      <a:pt x="946" y="1298"/>
                    </a:cubicBezTo>
                    <a:cubicBezTo>
                      <a:pt x="1468" y="1298"/>
                      <a:pt x="1891" y="875"/>
                      <a:pt x="1891" y="352"/>
                    </a:cubicBezTo>
                    <a:cubicBezTo>
                      <a:pt x="1891" y="228"/>
                      <a:pt x="1867" y="109"/>
                      <a:pt x="1823" y="0"/>
                    </a:cubicBezTo>
                    <a:lnTo>
                      <a:pt x="68" y="0"/>
                    </a:lnTo>
                    <a:close/>
                  </a:path>
                </a:pathLst>
              </a:custGeom>
              <a:solidFill>
                <a:srgbClr val="FF5454">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2" name="Google Shape;192;p14"/>
              <p:cNvSpPr/>
              <p:nvPr/>
            </p:nvSpPr>
            <p:spPr>
              <a:xfrm>
                <a:off x="7262813" y="2589213"/>
                <a:ext cx="298450" cy="177800"/>
              </a:xfrm>
              <a:custGeom>
                <a:rect b="b" l="l" r="r" t="t"/>
                <a:pathLst>
                  <a:path extrusionOk="0" h="875" w="1467">
                    <a:moveTo>
                      <a:pt x="734" y="0"/>
                    </a:moveTo>
                    <a:cubicBezTo>
                      <a:pt x="328" y="0"/>
                      <a:pt x="0" y="328"/>
                      <a:pt x="0" y="733"/>
                    </a:cubicBezTo>
                    <a:cubicBezTo>
                      <a:pt x="0" y="782"/>
                      <a:pt x="5" y="829"/>
                      <a:pt x="14" y="875"/>
                    </a:cubicBezTo>
                    <a:lnTo>
                      <a:pt x="1453" y="875"/>
                    </a:lnTo>
                    <a:cubicBezTo>
                      <a:pt x="1462" y="829"/>
                      <a:pt x="1467" y="782"/>
                      <a:pt x="1467" y="733"/>
                    </a:cubicBezTo>
                    <a:cubicBezTo>
                      <a:pt x="1467" y="328"/>
                      <a:pt x="1139" y="0"/>
                      <a:pt x="734" y="0"/>
                    </a:cubicBezTo>
                    <a:close/>
                  </a:path>
                </a:pathLst>
              </a:custGeom>
              <a:solidFill>
                <a:srgbClr val="B84934">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3" name="Google Shape;193;p14"/>
              <p:cNvSpPr/>
              <p:nvPr/>
            </p:nvSpPr>
            <p:spPr>
              <a:xfrm>
                <a:off x="5553077" y="2262029"/>
                <a:ext cx="183284" cy="182880"/>
              </a:xfrm>
              <a:prstGeom prst="ellipse">
                <a:avLst/>
              </a:prstGeom>
              <a:solidFill>
                <a:srgbClr val="5DA1E5">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4" name="Google Shape;194;p14"/>
              <p:cNvSpPr/>
              <p:nvPr/>
            </p:nvSpPr>
            <p:spPr>
              <a:xfrm>
                <a:off x="5842578" y="2479744"/>
                <a:ext cx="238269" cy="237744"/>
              </a:xfrm>
              <a:prstGeom prst="ellipse">
                <a:avLst/>
              </a:prstGeom>
              <a:solidFill>
                <a:srgbClr val="2B4055">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5" name="Google Shape;195;p14"/>
              <p:cNvSpPr/>
              <p:nvPr/>
            </p:nvSpPr>
            <p:spPr>
              <a:xfrm>
                <a:off x="6441281" y="2192719"/>
                <a:ext cx="238269" cy="237744"/>
              </a:xfrm>
              <a:prstGeom prst="ellipse">
                <a:avLst/>
              </a:prstGeom>
              <a:solidFill>
                <a:srgbClr val="BB5787">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6" name="Google Shape;196;p14"/>
              <p:cNvSpPr/>
              <p:nvPr/>
            </p:nvSpPr>
            <p:spPr>
              <a:xfrm>
                <a:off x="6225418" y="2029524"/>
                <a:ext cx="284090" cy="283464"/>
              </a:xfrm>
              <a:prstGeom prst="ellipse">
                <a:avLst/>
              </a:prstGeom>
              <a:solidFill>
                <a:srgbClr val="10A88E">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7" name="Google Shape;197;p14"/>
              <p:cNvSpPr/>
              <p:nvPr/>
            </p:nvSpPr>
            <p:spPr>
              <a:xfrm>
                <a:off x="6647167" y="2222501"/>
                <a:ext cx="251520" cy="250964"/>
              </a:xfrm>
              <a:prstGeom prst="ellipse">
                <a:avLst/>
              </a:prstGeom>
              <a:solidFill>
                <a:srgbClr val="E1B30B">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8" name="Google Shape;198;p14"/>
              <p:cNvSpPr/>
              <p:nvPr/>
            </p:nvSpPr>
            <p:spPr>
              <a:xfrm>
                <a:off x="6858432" y="1928243"/>
                <a:ext cx="183285" cy="182880"/>
              </a:xfrm>
              <a:prstGeom prst="ellipse">
                <a:avLst/>
              </a:prstGeom>
              <a:solidFill>
                <a:srgbClr val="96AABB">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199" name="Google Shape;199;p14"/>
              <p:cNvSpPr/>
              <p:nvPr/>
            </p:nvSpPr>
            <p:spPr>
              <a:xfrm>
                <a:off x="7251917" y="1733742"/>
                <a:ext cx="238271" cy="237744"/>
              </a:xfrm>
              <a:prstGeom prst="ellipse">
                <a:avLst/>
              </a:prstGeom>
              <a:solidFill>
                <a:srgbClr val="16D66E">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00" name="Google Shape;200;p14"/>
              <p:cNvSpPr/>
              <p:nvPr/>
            </p:nvSpPr>
            <p:spPr>
              <a:xfrm>
                <a:off x="7253289" y="2116138"/>
                <a:ext cx="146628" cy="146304"/>
              </a:xfrm>
              <a:prstGeom prst="ellipse">
                <a:avLst/>
              </a:prstGeom>
              <a:solidFill>
                <a:srgbClr val="872253">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01" name="Google Shape;201;p14"/>
              <p:cNvSpPr/>
              <p:nvPr/>
            </p:nvSpPr>
            <p:spPr>
              <a:xfrm>
                <a:off x="6941305" y="2470798"/>
                <a:ext cx="174121" cy="173736"/>
              </a:xfrm>
              <a:prstGeom prst="ellipse">
                <a:avLst/>
              </a:prstGeom>
              <a:solidFill>
                <a:srgbClr val="2073C6">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grpSp>
        <p:grpSp>
          <p:nvGrpSpPr>
            <p:cNvPr id="202" name="Google Shape;202;p14"/>
            <p:cNvGrpSpPr/>
            <p:nvPr/>
          </p:nvGrpSpPr>
          <p:grpSpPr>
            <a:xfrm>
              <a:off x="1696244" y="1365923"/>
              <a:ext cx="2827537" cy="76944"/>
              <a:chOff x="1696244" y="1365923"/>
              <a:chExt cx="2827537" cy="76944"/>
            </a:xfrm>
          </p:grpSpPr>
          <p:sp>
            <p:nvSpPr>
              <p:cNvPr id="203" name="Google Shape;203;p14"/>
              <p:cNvSpPr/>
              <p:nvPr/>
            </p:nvSpPr>
            <p:spPr>
              <a:xfrm>
                <a:off x="1767681"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1</a:t>
                </a:r>
                <a:endParaRPr b="0" i="0" sz="1800" u="none" cap="none" strike="noStrike">
                  <a:solidFill>
                    <a:srgbClr val="777777"/>
                  </a:solidFill>
                  <a:latin typeface="Arial"/>
                  <a:ea typeface="Arial"/>
                  <a:cs typeface="Arial"/>
                  <a:sym typeface="Arial"/>
                </a:endParaRPr>
              </a:p>
            </p:txBody>
          </p:sp>
          <p:sp>
            <p:nvSpPr>
              <p:cNvPr id="204" name="Google Shape;204;p14"/>
              <p:cNvSpPr/>
              <p:nvPr/>
            </p:nvSpPr>
            <p:spPr>
              <a:xfrm>
                <a:off x="1696244" y="1376614"/>
                <a:ext cx="55562" cy="55562"/>
              </a:xfrm>
              <a:prstGeom prst="ellipse">
                <a:avLst/>
              </a:prstGeom>
              <a:solidFill>
                <a:srgbClr val="5DA1E5">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05" name="Google Shape;205;p14"/>
              <p:cNvSpPr/>
              <p:nvPr/>
            </p:nvSpPr>
            <p:spPr>
              <a:xfrm>
                <a:off x="2089150"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2</a:t>
                </a:r>
                <a:endParaRPr b="0" i="0" sz="1800" u="none" cap="none" strike="noStrike">
                  <a:solidFill>
                    <a:srgbClr val="777777"/>
                  </a:solidFill>
                  <a:latin typeface="Arial"/>
                  <a:ea typeface="Arial"/>
                  <a:cs typeface="Arial"/>
                  <a:sym typeface="Arial"/>
                </a:endParaRPr>
              </a:p>
            </p:txBody>
          </p:sp>
          <p:sp>
            <p:nvSpPr>
              <p:cNvPr id="206" name="Google Shape;206;p14"/>
              <p:cNvSpPr/>
              <p:nvPr/>
            </p:nvSpPr>
            <p:spPr>
              <a:xfrm>
                <a:off x="2017714" y="1376614"/>
                <a:ext cx="55562" cy="55562"/>
              </a:xfrm>
              <a:prstGeom prst="ellipse">
                <a:avLst/>
              </a:prstGeom>
              <a:solidFill>
                <a:srgbClr val="2B4055">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07" name="Google Shape;207;p14"/>
              <p:cNvSpPr/>
              <p:nvPr/>
            </p:nvSpPr>
            <p:spPr>
              <a:xfrm>
                <a:off x="2410619"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3</a:t>
                </a:r>
                <a:endParaRPr b="0" i="0" sz="1800" u="none" cap="none" strike="noStrike">
                  <a:solidFill>
                    <a:srgbClr val="777777"/>
                  </a:solidFill>
                  <a:latin typeface="Arial"/>
                  <a:ea typeface="Arial"/>
                  <a:cs typeface="Arial"/>
                  <a:sym typeface="Arial"/>
                </a:endParaRPr>
              </a:p>
            </p:txBody>
          </p:sp>
          <p:sp>
            <p:nvSpPr>
              <p:cNvPr id="208" name="Google Shape;208;p14"/>
              <p:cNvSpPr/>
              <p:nvPr/>
            </p:nvSpPr>
            <p:spPr>
              <a:xfrm>
                <a:off x="2339183" y="1376614"/>
                <a:ext cx="55562" cy="55562"/>
              </a:xfrm>
              <a:prstGeom prst="ellipse">
                <a:avLst/>
              </a:prstGeom>
              <a:solidFill>
                <a:srgbClr val="10A88E">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09" name="Google Shape;209;p14"/>
              <p:cNvSpPr/>
              <p:nvPr/>
            </p:nvSpPr>
            <p:spPr>
              <a:xfrm>
                <a:off x="2732088"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4</a:t>
                </a:r>
                <a:endParaRPr b="0" i="0" sz="1800" u="none" cap="none" strike="noStrike">
                  <a:solidFill>
                    <a:srgbClr val="777777"/>
                  </a:solidFill>
                  <a:latin typeface="Arial"/>
                  <a:ea typeface="Arial"/>
                  <a:cs typeface="Arial"/>
                  <a:sym typeface="Arial"/>
                </a:endParaRPr>
              </a:p>
            </p:txBody>
          </p:sp>
          <p:sp>
            <p:nvSpPr>
              <p:cNvPr id="210" name="Google Shape;210;p14"/>
              <p:cNvSpPr/>
              <p:nvPr/>
            </p:nvSpPr>
            <p:spPr>
              <a:xfrm>
                <a:off x="2660652" y="1376614"/>
                <a:ext cx="55562" cy="55562"/>
              </a:xfrm>
              <a:prstGeom prst="ellipse">
                <a:avLst/>
              </a:prstGeom>
              <a:solidFill>
                <a:srgbClr val="BB5787">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11" name="Google Shape;211;p14"/>
              <p:cNvSpPr/>
              <p:nvPr/>
            </p:nvSpPr>
            <p:spPr>
              <a:xfrm>
                <a:off x="3053557"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5</a:t>
                </a:r>
                <a:endParaRPr b="0" i="0" sz="1800" u="none" cap="none" strike="noStrike">
                  <a:solidFill>
                    <a:srgbClr val="777777"/>
                  </a:solidFill>
                  <a:latin typeface="Arial"/>
                  <a:ea typeface="Arial"/>
                  <a:cs typeface="Arial"/>
                  <a:sym typeface="Arial"/>
                </a:endParaRPr>
              </a:p>
            </p:txBody>
          </p:sp>
          <p:sp>
            <p:nvSpPr>
              <p:cNvPr id="212" name="Google Shape;212;p14"/>
              <p:cNvSpPr/>
              <p:nvPr/>
            </p:nvSpPr>
            <p:spPr>
              <a:xfrm>
                <a:off x="2982121" y="1376614"/>
                <a:ext cx="55562" cy="55562"/>
              </a:xfrm>
              <a:prstGeom prst="ellipse">
                <a:avLst/>
              </a:prstGeom>
              <a:solidFill>
                <a:srgbClr val="E1B30B">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13" name="Google Shape;213;p14"/>
              <p:cNvSpPr/>
              <p:nvPr/>
            </p:nvSpPr>
            <p:spPr>
              <a:xfrm>
                <a:off x="3375026"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6</a:t>
                </a:r>
                <a:endParaRPr b="0" i="0" sz="1800" u="none" cap="none" strike="noStrike">
                  <a:solidFill>
                    <a:srgbClr val="777777"/>
                  </a:solidFill>
                  <a:latin typeface="Arial"/>
                  <a:ea typeface="Arial"/>
                  <a:cs typeface="Arial"/>
                  <a:sym typeface="Arial"/>
                </a:endParaRPr>
              </a:p>
            </p:txBody>
          </p:sp>
          <p:sp>
            <p:nvSpPr>
              <p:cNvPr id="214" name="Google Shape;214;p14"/>
              <p:cNvSpPr/>
              <p:nvPr/>
            </p:nvSpPr>
            <p:spPr>
              <a:xfrm>
                <a:off x="3303590" y="1376614"/>
                <a:ext cx="55562" cy="55562"/>
              </a:xfrm>
              <a:prstGeom prst="ellipse">
                <a:avLst/>
              </a:prstGeom>
              <a:solidFill>
                <a:srgbClr val="FF5454">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15" name="Google Shape;215;p14"/>
              <p:cNvSpPr/>
              <p:nvPr/>
            </p:nvSpPr>
            <p:spPr>
              <a:xfrm>
                <a:off x="3696495"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7</a:t>
                </a:r>
                <a:endParaRPr b="0" i="0" sz="1800" u="none" cap="none" strike="noStrike">
                  <a:solidFill>
                    <a:srgbClr val="777777"/>
                  </a:solidFill>
                  <a:latin typeface="Arial"/>
                  <a:ea typeface="Arial"/>
                  <a:cs typeface="Arial"/>
                  <a:sym typeface="Arial"/>
                </a:endParaRPr>
              </a:p>
            </p:txBody>
          </p:sp>
          <p:sp>
            <p:nvSpPr>
              <p:cNvPr id="216" name="Google Shape;216;p14"/>
              <p:cNvSpPr/>
              <p:nvPr/>
            </p:nvSpPr>
            <p:spPr>
              <a:xfrm>
                <a:off x="3625059" y="1376614"/>
                <a:ext cx="55562" cy="55562"/>
              </a:xfrm>
              <a:prstGeom prst="ellipse">
                <a:avLst/>
              </a:prstGeom>
              <a:solidFill>
                <a:srgbClr val="96AABB">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17" name="Google Shape;217;p14"/>
              <p:cNvSpPr/>
              <p:nvPr/>
            </p:nvSpPr>
            <p:spPr>
              <a:xfrm>
                <a:off x="4017964"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8</a:t>
                </a:r>
                <a:endParaRPr b="0" i="0" sz="1800" u="none" cap="none" strike="noStrike">
                  <a:solidFill>
                    <a:srgbClr val="777777"/>
                  </a:solidFill>
                  <a:latin typeface="Arial"/>
                  <a:ea typeface="Arial"/>
                  <a:cs typeface="Arial"/>
                  <a:sym typeface="Arial"/>
                </a:endParaRPr>
              </a:p>
            </p:txBody>
          </p:sp>
          <p:sp>
            <p:nvSpPr>
              <p:cNvPr id="218" name="Google Shape;218;p14"/>
              <p:cNvSpPr/>
              <p:nvPr/>
            </p:nvSpPr>
            <p:spPr>
              <a:xfrm>
                <a:off x="3946528" y="1376614"/>
                <a:ext cx="55562" cy="55562"/>
              </a:xfrm>
              <a:prstGeom prst="ellipse">
                <a:avLst/>
              </a:prstGeom>
              <a:solidFill>
                <a:srgbClr val="2073C6">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sp>
            <p:nvSpPr>
              <p:cNvPr id="219" name="Google Shape;219;p14"/>
              <p:cNvSpPr/>
              <p:nvPr/>
            </p:nvSpPr>
            <p:spPr>
              <a:xfrm>
                <a:off x="4339435" y="1365923"/>
                <a:ext cx="184346" cy="769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77777"/>
                  </a:buClr>
                  <a:buSzPts val="500"/>
                  <a:buFont typeface="Quattrocento Sans"/>
                  <a:buNone/>
                </a:pPr>
                <a:r>
                  <a:rPr b="0" i="0" lang="en-US" sz="500" u="none" cap="none" strike="noStrike">
                    <a:solidFill>
                      <a:srgbClr val="777777"/>
                    </a:solidFill>
                    <a:latin typeface="Quattrocento Sans"/>
                    <a:ea typeface="Quattrocento Sans"/>
                    <a:cs typeface="Quattrocento Sans"/>
                    <a:sym typeface="Quattrocento Sans"/>
                  </a:rPr>
                  <a:t>Data 9</a:t>
                </a:r>
                <a:endParaRPr b="0" i="0" sz="1800" u="none" cap="none" strike="noStrike">
                  <a:solidFill>
                    <a:srgbClr val="777777"/>
                  </a:solidFill>
                  <a:latin typeface="Arial"/>
                  <a:ea typeface="Arial"/>
                  <a:cs typeface="Arial"/>
                  <a:sym typeface="Arial"/>
                </a:endParaRPr>
              </a:p>
            </p:txBody>
          </p:sp>
          <p:sp>
            <p:nvSpPr>
              <p:cNvPr id="220" name="Google Shape;220;p14"/>
              <p:cNvSpPr/>
              <p:nvPr/>
            </p:nvSpPr>
            <p:spPr>
              <a:xfrm>
                <a:off x="4267999" y="1376614"/>
                <a:ext cx="55562" cy="55562"/>
              </a:xfrm>
              <a:prstGeom prst="ellipse">
                <a:avLst/>
              </a:prstGeom>
              <a:solidFill>
                <a:srgbClr val="16D66E">
                  <a:alpha val="80000"/>
                </a:srgb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500" u="none" cap="none" strike="noStrike">
                  <a:solidFill>
                    <a:srgbClr val="FFFFFF"/>
                  </a:solidFill>
                  <a:latin typeface="Quattrocento Sans"/>
                  <a:ea typeface="Quattrocento Sans"/>
                  <a:cs typeface="Quattrocento Sans"/>
                  <a:sym typeface="Quattrocento Sans"/>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ph type="title"/>
          </p:nvPr>
        </p:nvSpPr>
        <p:spPr>
          <a:xfrm>
            <a:off x="322729" y="365126"/>
            <a:ext cx="11494546" cy="73753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Arial"/>
              <a:buNone/>
            </a:pPr>
            <a:r>
              <a:rPr lang="en-US"/>
              <a:t>슬라이드의 제목 B</a:t>
            </a:r>
            <a:endParaRPr/>
          </a:p>
        </p:txBody>
      </p:sp>
      <p:sp>
        <p:nvSpPr>
          <p:cNvPr id="226" name="Google Shape;226;p15"/>
          <p:cNvSpPr txBox="1"/>
          <p:nvPr>
            <p:ph idx="1" type="body"/>
          </p:nvPr>
        </p:nvSpPr>
        <p:spPr>
          <a:xfrm>
            <a:off x="322729" y="1312433"/>
            <a:ext cx="11494546" cy="50184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제목 있는 슬라이드의 일반 문자열</a:t>
            </a:r>
            <a:endParaRPr/>
          </a:p>
        </p:txBody>
      </p:sp>
      <p:sp>
        <p:nvSpPr>
          <p:cNvPr id="227" name="Google Shape;227;p15"/>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6"/>
          <p:cNvSpPr txBox="1"/>
          <p:nvPr>
            <p:ph idx="1" type="body"/>
          </p:nvPr>
        </p:nvSpPr>
        <p:spPr>
          <a:xfrm>
            <a:off x="322729" y="1312433"/>
            <a:ext cx="11494546" cy="50184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제목 없는 슬라이드의 일반 문자열</a:t>
            </a:r>
            <a:endParaRPr/>
          </a:p>
        </p:txBody>
      </p:sp>
      <p:sp>
        <p:nvSpPr>
          <p:cNvPr id="233" name="Google Shape;233;p16"/>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17"/>
          <p:cNvPicPr preferRelativeResize="0"/>
          <p:nvPr/>
        </p:nvPicPr>
        <p:blipFill rotWithShape="1">
          <a:blip r:embed="rId3">
            <a:alphaModFix/>
          </a:blip>
          <a:srcRect b="10000" l="0" r="0" t="0"/>
          <a:stretch/>
        </p:blipFill>
        <p:spPr>
          <a:xfrm flipH="1">
            <a:off x="0" y="1"/>
            <a:ext cx="12192000" cy="6858000"/>
          </a:xfrm>
          <a:prstGeom prst="rect">
            <a:avLst/>
          </a:prstGeom>
          <a:noFill/>
          <a:ln>
            <a:noFill/>
          </a:ln>
        </p:spPr>
      </p:pic>
      <p:sp>
        <p:nvSpPr>
          <p:cNvPr id="239" name="Google Shape;239;p17"/>
          <p:cNvSpPr/>
          <p:nvPr/>
        </p:nvSpPr>
        <p:spPr>
          <a:xfrm>
            <a:off x="837107" y="2319980"/>
            <a:ext cx="6312167" cy="11390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6800"/>
              <a:buFont typeface="Arial"/>
              <a:buNone/>
            </a:pPr>
            <a:r>
              <a:rPr b="1" i="0" lang="en-US" sz="6800" u="none" cap="none" strike="noStrike">
                <a:solidFill>
                  <a:srgbClr val="595959"/>
                </a:solidFill>
                <a:latin typeface="Arial"/>
                <a:ea typeface="Arial"/>
                <a:cs typeface="Arial"/>
                <a:sym typeface="Arial"/>
              </a:rPr>
              <a:t>Thank you</a:t>
            </a:r>
            <a:endParaRPr b="1" i="0" sz="8000" u="none" cap="none" strike="noStrike">
              <a:solidFill>
                <a:srgbClr val="595959"/>
              </a:solidFill>
              <a:latin typeface="Arial"/>
              <a:ea typeface="Arial"/>
              <a:cs typeface="Arial"/>
              <a:sym typeface="Arial"/>
            </a:endParaRPr>
          </a:p>
        </p:txBody>
      </p:sp>
      <p:sp>
        <p:nvSpPr>
          <p:cNvPr id="240" name="Google Shape;240;p17"/>
          <p:cNvSpPr txBox="1"/>
          <p:nvPr>
            <p:ph idx="12" type="sldNum"/>
          </p:nvPr>
        </p:nvSpPr>
        <p:spPr>
          <a:xfrm>
            <a:off x="11353800" y="6639339"/>
            <a:ext cx="831574" cy="21866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기본">
  <a:themeElements>
    <a:clrScheme name="Office">
      <a:dk1>
        <a:srgbClr val="000000"/>
      </a:dk1>
      <a:lt1>
        <a:srgbClr val="FFFFFF"/>
      </a:lt1>
      <a:dk2>
        <a:srgbClr val="778495"/>
      </a:dk2>
      <a:lt2>
        <a:srgbClr val="F0F0F0"/>
      </a:lt2>
      <a:accent1>
        <a:srgbClr val="005CA1"/>
      </a:accent1>
      <a:accent2>
        <a:srgbClr val="00A5FF"/>
      </a:accent2>
      <a:accent3>
        <a:srgbClr val="1C4EA5"/>
      </a:accent3>
      <a:accent4>
        <a:srgbClr val="486FB5"/>
      </a:accent4>
      <a:accent5>
        <a:srgbClr val="3AA89E"/>
      </a:accent5>
      <a:accent6>
        <a:srgbClr val="082B53"/>
      </a:accent6>
      <a:hlink>
        <a:srgbClr val="4472C4"/>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